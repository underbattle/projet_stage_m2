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8" r:id="rId4"/>
  </p:sldMasterIdLst>
  <p:notesMasterIdLst>
    <p:notesMasterId r:id="rId26"/>
  </p:notesMasterIdLst>
  <p:handoutMasterIdLst>
    <p:handoutMasterId r:id="rId27"/>
  </p:handoutMasterIdLst>
  <p:sldIdLst>
    <p:sldId id="256" r:id="rId5"/>
    <p:sldId id="310" r:id="rId6"/>
    <p:sldId id="290" r:id="rId7"/>
    <p:sldId id="378" r:id="rId8"/>
    <p:sldId id="379" r:id="rId9"/>
    <p:sldId id="380" r:id="rId10"/>
    <p:sldId id="381" r:id="rId11"/>
    <p:sldId id="382" r:id="rId12"/>
    <p:sldId id="383" r:id="rId13"/>
    <p:sldId id="384" r:id="rId14"/>
    <p:sldId id="385" r:id="rId15"/>
    <p:sldId id="386" r:id="rId16"/>
    <p:sldId id="387" r:id="rId17"/>
    <p:sldId id="388" r:id="rId18"/>
    <p:sldId id="389" r:id="rId19"/>
    <p:sldId id="390" r:id="rId20"/>
    <p:sldId id="391" r:id="rId21"/>
    <p:sldId id="392" r:id="rId22"/>
    <p:sldId id="377" r:id="rId23"/>
    <p:sldId id="328" r:id="rId24"/>
    <p:sldId id="274" r:id="rId25"/>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92" autoAdjust="0"/>
    <p:restoredTop sz="95226" autoAdjust="0"/>
  </p:normalViewPr>
  <p:slideViewPr>
    <p:cSldViewPr snapToGrid="0">
      <p:cViewPr varScale="1">
        <p:scale>
          <a:sx n="78" d="100"/>
          <a:sy n="78" d="100"/>
        </p:scale>
        <p:origin x="667" y="82"/>
      </p:cViewPr>
      <p:guideLst/>
    </p:cSldViewPr>
  </p:slideViewPr>
  <p:outlineViewPr>
    <p:cViewPr>
      <p:scale>
        <a:sx n="33" d="100"/>
        <a:sy n="33" d="100"/>
      </p:scale>
      <p:origin x="0" y="-5467"/>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9" d="100"/>
          <a:sy n="99" d="100"/>
        </p:scale>
        <p:origin x="357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35F37830-0032-42FE-BB7D-4D0AEAE76A4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E6D4F4FE-5BC5-49AA-86B9-F831689708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E2DFA899-6BDB-45C9-946A-2F5DBB8DE804}" type="datetime1">
              <a:rPr lang="fr-FR" smtClean="0"/>
              <a:t>08/06/2026</a:t>
            </a:fld>
            <a:endParaRPr lang="fr-FR"/>
          </a:p>
        </p:txBody>
      </p:sp>
      <p:sp>
        <p:nvSpPr>
          <p:cNvPr id="4" name="Espace réservé du pied de page 3">
            <a:extLst>
              <a:ext uri="{FF2B5EF4-FFF2-40B4-BE49-F238E27FC236}">
                <a16:creationId xmlns:a16="http://schemas.microsoft.com/office/drawing/2014/main" id="{8B6F02CC-5414-4BB2-A7DD-9EF9BB13A4A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5E891B5D-A255-454F-9ABC-4D3310921B8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F5B3D83-8D1A-4DFC-A85C-775CC8A19941}" type="slidenum">
              <a:rPr lang="fr-FR" smtClean="0"/>
              <a:t>‹N°›</a:t>
            </a:fld>
            <a:endParaRPr lang="fr-FR"/>
          </a:p>
        </p:txBody>
      </p:sp>
    </p:spTree>
    <p:extLst>
      <p:ext uri="{BB962C8B-B14F-4D97-AF65-F5344CB8AC3E}">
        <p14:creationId xmlns:p14="http://schemas.microsoft.com/office/powerpoint/2010/main" val="21107771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3D3324-EB6D-49CC-AD79-1ACDDDC10179}" type="datetime1">
              <a:rPr lang="fr-FR" smtClean="0"/>
              <a:pPr/>
              <a:t>08/06/2026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6702109-9DB5-4930-9529-97D0F7F71D9D}" type="slidenum">
              <a:rPr lang="fr-FR" noProof="0" smtClean="0"/>
              <a:t>‹N°›</a:t>
            </a:fld>
            <a:endParaRPr lang="fr-FR" noProof="0"/>
          </a:p>
        </p:txBody>
      </p:sp>
    </p:spTree>
    <p:extLst>
      <p:ext uri="{BB962C8B-B14F-4D97-AF65-F5344CB8AC3E}">
        <p14:creationId xmlns:p14="http://schemas.microsoft.com/office/powerpoint/2010/main" val="240454552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6702109-9DB5-4930-9529-97D0F7F71D9D}" type="slidenum">
              <a:rPr lang="fr-FR" smtClean="0"/>
              <a:t>1</a:t>
            </a:fld>
            <a:endParaRPr lang="fr-FR"/>
          </a:p>
        </p:txBody>
      </p:sp>
    </p:spTree>
    <p:extLst>
      <p:ext uri="{BB962C8B-B14F-4D97-AF65-F5344CB8AC3E}">
        <p14:creationId xmlns:p14="http://schemas.microsoft.com/office/powerpoint/2010/main" val="3239026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a:p>
        </p:txBody>
      </p:sp>
      <p:sp>
        <p:nvSpPr>
          <p:cNvPr id="4" name="Espace réservé du numéro de diapositive 3"/>
          <p:cNvSpPr>
            <a:spLocks noGrp="1"/>
          </p:cNvSpPr>
          <p:nvPr>
            <p:ph type="sldNum" sz="quarter" idx="5"/>
          </p:nvPr>
        </p:nvSpPr>
        <p:spPr/>
        <p:txBody>
          <a:bodyPr rtlCol="0"/>
          <a:lstStyle/>
          <a:p>
            <a:pPr rtl="0"/>
            <a:fld id="{EE85D185-D876-4A4B-A351-E623992245C2}" type="slidenum">
              <a:rPr lang="fr-FR" smtClean="0"/>
              <a:t>2</a:t>
            </a:fld>
            <a:endParaRPr lang="fr-FR"/>
          </a:p>
        </p:txBody>
      </p:sp>
    </p:spTree>
    <p:extLst>
      <p:ext uri="{BB962C8B-B14F-4D97-AF65-F5344CB8AC3E}">
        <p14:creationId xmlns:p14="http://schemas.microsoft.com/office/powerpoint/2010/main" val="1703512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EE85D185-D876-4A4B-A351-E623992245C2}" type="slidenum">
              <a:rPr lang="fr-FR" smtClean="0"/>
              <a:t>3</a:t>
            </a:fld>
            <a:endParaRPr lang="fr-FR"/>
          </a:p>
        </p:txBody>
      </p:sp>
    </p:spTree>
    <p:extLst>
      <p:ext uri="{BB962C8B-B14F-4D97-AF65-F5344CB8AC3E}">
        <p14:creationId xmlns:p14="http://schemas.microsoft.com/office/powerpoint/2010/main" val="1623369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rtl="0"/>
            <a:fld id="{96702109-9DB5-4930-9529-97D0F7F71D9D}" type="slidenum">
              <a:rPr lang="fr-FR" smtClean="0"/>
              <a:t>19</a:t>
            </a:fld>
            <a:endParaRPr lang="fr-FR"/>
          </a:p>
        </p:txBody>
      </p:sp>
    </p:spTree>
    <p:extLst>
      <p:ext uri="{BB962C8B-B14F-4D97-AF65-F5344CB8AC3E}">
        <p14:creationId xmlns:p14="http://schemas.microsoft.com/office/powerpoint/2010/main" val="2932363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a:p>
        </p:txBody>
      </p:sp>
      <p:sp>
        <p:nvSpPr>
          <p:cNvPr id="4" name="Espace réservé du numéro de diapositive 3"/>
          <p:cNvSpPr>
            <a:spLocks noGrp="1"/>
          </p:cNvSpPr>
          <p:nvPr>
            <p:ph type="sldNum" sz="quarter" idx="5"/>
          </p:nvPr>
        </p:nvSpPr>
        <p:spPr/>
        <p:txBody>
          <a:bodyPr rtlCol="0"/>
          <a:lstStyle/>
          <a:p>
            <a:pPr rtl="0"/>
            <a:fld id="{EE85D185-D876-4A4B-A351-E623992245C2}" type="slidenum">
              <a:rPr lang="fr-FR" smtClean="0"/>
              <a:t>20</a:t>
            </a:fld>
            <a:endParaRPr lang="fr-FR"/>
          </a:p>
        </p:txBody>
      </p:sp>
    </p:spTree>
    <p:extLst>
      <p:ext uri="{BB962C8B-B14F-4D97-AF65-F5344CB8AC3E}">
        <p14:creationId xmlns:p14="http://schemas.microsoft.com/office/powerpoint/2010/main" val="1289707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a:p>
        </p:txBody>
      </p:sp>
      <p:sp>
        <p:nvSpPr>
          <p:cNvPr id="4" name="Espace réservé du numéro de diapositive 3"/>
          <p:cNvSpPr>
            <a:spLocks noGrp="1"/>
          </p:cNvSpPr>
          <p:nvPr>
            <p:ph type="sldNum" sz="quarter" idx="5"/>
          </p:nvPr>
        </p:nvSpPr>
        <p:spPr/>
        <p:txBody>
          <a:bodyPr rtlCol="0"/>
          <a:lstStyle/>
          <a:p>
            <a:pPr rtl="0"/>
            <a:fld id="{EE85D185-D876-4A4B-A351-E623992245C2}" type="slidenum">
              <a:rPr lang="fr-FR" smtClean="0"/>
              <a:t>21</a:t>
            </a:fld>
            <a:endParaRPr lang="fr-FR"/>
          </a:p>
        </p:txBody>
      </p:sp>
    </p:spTree>
    <p:extLst>
      <p:ext uri="{BB962C8B-B14F-4D97-AF65-F5344CB8AC3E}">
        <p14:creationId xmlns:p14="http://schemas.microsoft.com/office/powerpoint/2010/main" val="2810189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p:spTree>
      <p:nvGrpSpPr>
        <p:cNvPr id="1" name=""/>
        <p:cNvGrpSpPr/>
        <p:nvPr/>
      </p:nvGrpSpPr>
      <p:grpSpPr>
        <a:xfrm>
          <a:off x="0" y="0"/>
          <a:ext cx="0" cy="0"/>
          <a:chOff x="0" y="0"/>
          <a:chExt cx="0" cy="0"/>
        </a:xfrm>
      </p:grpSpPr>
      <p:sp>
        <p:nvSpPr>
          <p:cNvPr id="8" name="Titre 1">
            <a:extLst>
              <a:ext uri="{FF2B5EF4-FFF2-40B4-BE49-F238E27FC236}">
                <a16:creationId xmlns:a16="http://schemas.microsoft.com/office/drawing/2014/main" id="{D1C27E24-5B5B-4605-9165-13141795F0CE}"/>
              </a:ext>
            </a:extLst>
          </p:cNvPr>
          <p:cNvSpPr>
            <a:spLocks noGrp="1"/>
          </p:cNvSpPr>
          <p:nvPr>
            <p:ph type="title" hasCustomPrompt="1"/>
          </p:nvPr>
        </p:nvSpPr>
        <p:spPr>
          <a:xfrm>
            <a:off x="0" y="3672869"/>
            <a:ext cx="12191998" cy="3200134"/>
          </a:xfrm>
          <a:custGeom>
            <a:avLst/>
            <a:gdLst>
              <a:gd name="connsiteX0" fmla="*/ 0 w 12191998"/>
              <a:gd name="connsiteY0" fmla="*/ 0 h 2476346"/>
              <a:gd name="connsiteX1" fmla="*/ 12191998 w 12191998"/>
              <a:gd name="connsiteY1" fmla="*/ 0 h 2476346"/>
              <a:gd name="connsiteX2" fmla="*/ 12191998 w 12191998"/>
              <a:gd name="connsiteY2" fmla="*/ 2476346 h 2476346"/>
              <a:gd name="connsiteX3" fmla="*/ 0 w 12191998"/>
              <a:gd name="connsiteY3" fmla="*/ 2476346 h 2476346"/>
              <a:gd name="connsiteX4" fmla="*/ 0 w 12191998"/>
              <a:gd name="connsiteY4" fmla="*/ 0 h 2476346"/>
              <a:gd name="connsiteX0" fmla="*/ 0 w 12191998"/>
              <a:gd name="connsiteY0" fmla="*/ 0 h 2721443"/>
              <a:gd name="connsiteX1" fmla="*/ 12191998 w 12191998"/>
              <a:gd name="connsiteY1" fmla="*/ 245097 h 2721443"/>
              <a:gd name="connsiteX2" fmla="*/ 12191998 w 12191998"/>
              <a:gd name="connsiteY2" fmla="*/ 2721443 h 2721443"/>
              <a:gd name="connsiteX3" fmla="*/ 0 w 12191998"/>
              <a:gd name="connsiteY3" fmla="*/ 2721443 h 2721443"/>
              <a:gd name="connsiteX4" fmla="*/ 0 w 12191998"/>
              <a:gd name="connsiteY4" fmla="*/ 0 h 2721443"/>
              <a:gd name="connsiteX0" fmla="*/ 0 w 12191998"/>
              <a:gd name="connsiteY0" fmla="*/ 36125 h 2757568"/>
              <a:gd name="connsiteX1" fmla="*/ 12191998 w 12191998"/>
              <a:gd name="connsiteY1" fmla="*/ 281222 h 2757568"/>
              <a:gd name="connsiteX2" fmla="*/ 12191998 w 12191998"/>
              <a:gd name="connsiteY2" fmla="*/ 2757568 h 2757568"/>
              <a:gd name="connsiteX3" fmla="*/ 0 w 12191998"/>
              <a:gd name="connsiteY3" fmla="*/ 2757568 h 2757568"/>
              <a:gd name="connsiteX4" fmla="*/ 0 w 12191998"/>
              <a:gd name="connsiteY4" fmla="*/ 36125 h 2757568"/>
              <a:gd name="connsiteX0" fmla="*/ 0 w 12191998"/>
              <a:gd name="connsiteY0" fmla="*/ 0 h 2721443"/>
              <a:gd name="connsiteX1" fmla="*/ 12191998 w 12191998"/>
              <a:gd name="connsiteY1" fmla="*/ 245097 h 2721443"/>
              <a:gd name="connsiteX2" fmla="*/ 12191998 w 12191998"/>
              <a:gd name="connsiteY2" fmla="*/ 2721443 h 2721443"/>
              <a:gd name="connsiteX3" fmla="*/ 0 w 12191998"/>
              <a:gd name="connsiteY3" fmla="*/ 2721443 h 2721443"/>
              <a:gd name="connsiteX4" fmla="*/ 0 w 12191998"/>
              <a:gd name="connsiteY4" fmla="*/ 0 h 2721443"/>
              <a:gd name="connsiteX0" fmla="*/ 0 w 12191998"/>
              <a:gd name="connsiteY0" fmla="*/ 0 h 2721443"/>
              <a:gd name="connsiteX1" fmla="*/ 12191998 w 12191998"/>
              <a:gd name="connsiteY1" fmla="*/ 245097 h 2721443"/>
              <a:gd name="connsiteX2" fmla="*/ 12191998 w 12191998"/>
              <a:gd name="connsiteY2" fmla="*/ 2721443 h 2721443"/>
              <a:gd name="connsiteX3" fmla="*/ 0 w 12191998"/>
              <a:gd name="connsiteY3" fmla="*/ 2721443 h 2721443"/>
              <a:gd name="connsiteX4" fmla="*/ 0 w 12191998"/>
              <a:gd name="connsiteY4" fmla="*/ 0 h 2721443"/>
              <a:gd name="connsiteX0" fmla="*/ 0 w 12191998"/>
              <a:gd name="connsiteY0" fmla="*/ 0 h 2721443"/>
              <a:gd name="connsiteX1" fmla="*/ 12191998 w 12191998"/>
              <a:gd name="connsiteY1" fmla="*/ 245097 h 2721443"/>
              <a:gd name="connsiteX2" fmla="*/ 12191998 w 12191998"/>
              <a:gd name="connsiteY2" fmla="*/ 2721443 h 2721443"/>
              <a:gd name="connsiteX3" fmla="*/ 0 w 12191998"/>
              <a:gd name="connsiteY3" fmla="*/ 2721443 h 2721443"/>
              <a:gd name="connsiteX4" fmla="*/ 0 w 12191998"/>
              <a:gd name="connsiteY4" fmla="*/ 0 h 2721443"/>
              <a:gd name="connsiteX0" fmla="*/ 0 w 12191998"/>
              <a:gd name="connsiteY0" fmla="*/ 403170 h 3124613"/>
              <a:gd name="connsiteX1" fmla="*/ 6591300 w 12191998"/>
              <a:gd name="connsiteY1" fmla="*/ 15890 h 3124613"/>
              <a:gd name="connsiteX2" fmla="*/ 12191998 w 12191998"/>
              <a:gd name="connsiteY2" fmla="*/ 648267 h 3124613"/>
              <a:gd name="connsiteX3" fmla="*/ 12191998 w 12191998"/>
              <a:gd name="connsiteY3" fmla="*/ 3124613 h 3124613"/>
              <a:gd name="connsiteX4" fmla="*/ 0 w 12191998"/>
              <a:gd name="connsiteY4" fmla="*/ 3124613 h 3124613"/>
              <a:gd name="connsiteX5" fmla="*/ 0 w 12191998"/>
              <a:gd name="connsiteY5" fmla="*/ 403170 h 3124613"/>
              <a:gd name="connsiteX0" fmla="*/ 0 w 12191998"/>
              <a:gd name="connsiteY0" fmla="*/ 387280 h 3108723"/>
              <a:gd name="connsiteX1" fmla="*/ 6591300 w 12191998"/>
              <a:gd name="connsiteY1" fmla="*/ 0 h 3108723"/>
              <a:gd name="connsiteX2" fmla="*/ 12191998 w 12191998"/>
              <a:gd name="connsiteY2" fmla="*/ 632377 h 3108723"/>
              <a:gd name="connsiteX3" fmla="*/ 12191998 w 12191998"/>
              <a:gd name="connsiteY3" fmla="*/ 3108723 h 3108723"/>
              <a:gd name="connsiteX4" fmla="*/ 0 w 12191998"/>
              <a:gd name="connsiteY4" fmla="*/ 3108723 h 3108723"/>
              <a:gd name="connsiteX5" fmla="*/ 0 w 12191998"/>
              <a:gd name="connsiteY5" fmla="*/ 387280 h 3108723"/>
              <a:gd name="connsiteX0" fmla="*/ 0 w 12191998"/>
              <a:gd name="connsiteY0" fmla="*/ 387280 h 3108723"/>
              <a:gd name="connsiteX1" fmla="*/ 6591300 w 12191998"/>
              <a:gd name="connsiteY1" fmla="*/ 0 h 3108723"/>
              <a:gd name="connsiteX2" fmla="*/ 12191998 w 12191998"/>
              <a:gd name="connsiteY2" fmla="*/ 632377 h 3108723"/>
              <a:gd name="connsiteX3" fmla="*/ 12191998 w 12191998"/>
              <a:gd name="connsiteY3" fmla="*/ 3108723 h 3108723"/>
              <a:gd name="connsiteX4" fmla="*/ 0 w 12191998"/>
              <a:gd name="connsiteY4" fmla="*/ 3108723 h 3108723"/>
              <a:gd name="connsiteX5" fmla="*/ 0 w 12191998"/>
              <a:gd name="connsiteY5" fmla="*/ 387280 h 3108723"/>
              <a:gd name="connsiteX0" fmla="*/ 0 w 12191998"/>
              <a:gd name="connsiteY0" fmla="*/ 387280 h 3108723"/>
              <a:gd name="connsiteX1" fmla="*/ 6591300 w 12191998"/>
              <a:gd name="connsiteY1" fmla="*/ 0 h 3108723"/>
              <a:gd name="connsiteX2" fmla="*/ 12191998 w 12191998"/>
              <a:gd name="connsiteY2" fmla="*/ 632377 h 3108723"/>
              <a:gd name="connsiteX3" fmla="*/ 12191998 w 12191998"/>
              <a:gd name="connsiteY3" fmla="*/ 3108723 h 3108723"/>
              <a:gd name="connsiteX4" fmla="*/ 0 w 12191998"/>
              <a:gd name="connsiteY4" fmla="*/ 3108723 h 3108723"/>
              <a:gd name="connsiteX5" fmla="*/ 0 w 12191998"/>
              <a:gd name="connsiteY5" fmla="*/ 387280 h 3108723"/>
              <a:gd name="connsiteX0" fmla="*/ 0 w 12191998"/>
              <a:gd name="connsiteY0" fmla="*/ 387280 h 3108723"/>
              <a:gd name="connsiteX1" fmla="*/ 6591300 w 12191998"/>
              <a:gd name="connsiteY1" fmla="*/ 0 h 3108723"/>
              <a:gd name="connsiteX2" fmla="*/ 12191998 w 12191998"/>
              <a:gd name="connsiteY2" fmla="*/ 632377 h 3108723"/>
              <a:gd name="connsiteX3" fmla="*/ 12191998 w 12191998"/>
              <a:gd name="connsiteY3" fmla="*/ 3108723 h 3108723"/>
              <a:gd name="connsiteX4" fmla="*/ 0 w 12191998"/>
              <a:gd name="connsiteY4" fmla="*/ 3108723 h 3108723"/>
              <a:gd name="connsiteX5" fmla="*/ 0 w 12191998"/>
              <a:gd name="connsiteY5" fmla="*/ 387280 h 3108723"/>
              <a:gd name="connsiteX0" fmla="*/ 0 w 12191998"/>
              <a:gd name="connsiteY0" fmla="*/ 387280 h 3108723"/>
              <a:gd name="connsiteX1" fmla="*/ 6591300 w 12191998"/>
              <a:gd name="connsiteY1" fmla="*/ 0 h 3108723"/>
              <a:gd name="connsiteX2" fmla="*/ 12191998 w 12191998"/>
              <a:gd name="connsiteY2" fmla="*/ 632377 h 3108723"/>
              <a:gd name="connsiteX3" fmla="*/ 12191998 w 12191998"/>
              <a:gd name="connsiteY3" fmla="*/ 3108723 h 3108723"/>
              <a:gd name="connsiteX4" fmla="*/ 0 w 12191998"/>
              <a:gd name="connsiteY4" fmla="*/ 3108723 h 3108723"/>
              <a:gd name="connsiteX5" fmla="*/ 0 w 12191998"/>
              <a:gd name="connsiteY5" fmla="*/ 387280 h 3108723"/>
              <a:gd name="connsiteX0" fmla="*/ 0 w 12191998"/>
              <a:gd name="connsiteY0" fmla="*/ 530729 h 3252172"/>
              <a:gd name="connsiteX1" fmla="*/ 6591300 w 12191998"/>
              <a:gd name="connsiteY1" fmla="*/ 143449 h 3252172"/>
              <a:gd name="connsiteX2" fmla="*/ 12191998 w 12191998"/>
              <a:gd name="connsiteY2" fmla="*/ 189086 h 3252172"/>
              <a:gd name="connsiteX3" fmla="*/ 12191998 w 12191998"/>
              <a:gd name="connsiteY3" fmla="*/ 3252172 h 3252172"/>
              <a:gd name="connsiteX4" fmla="*/ 0 w 12191998"/>
              <a:gd name="connsiteY4" fmla="*/ 3252172 h 3252172"/>
              <a:gd name="connsiteX5" fmla="*/ 0 w 12191998"/>
              <a:gd name="connsiteY5" fmla="*/ 530729 h 3252172"/>
              <a:gd name="connsiteX0" fmla="*/ 0 w 12191998"/>
              <a:gd name="connsiteY0" fmla="*/ 387280 h 3108723"/>
              <a:gd name="connsiteX1" fmla="*/ 6591300 w 12191998"/>
              <a:gd name="connsiteY1" fmla="*/ 0 h 3108723"/>
              <a:gd name="connsiteX2" fmla="*/ 12191998 w 12191998"/>
              <a:gd name="connsiteY2" fmla="*/ 45637 h 3108723"/>
              <a:gd name="connsiteX3" fmla="*/ 12191998 w 12191998"/>
              <a:gd name="connsiteY3" fmla="*/ 3108723 h 3108723"/>
              <a:gd name="connsiteX4" fmla="*/ 0 w 12191998"/>
              <a:gd name="connsiteY4" fmla="*/ 3108723 h 3108723"/>
              <a:gd name="connsiteX5" fmla="*/ 0 w 12191998"/>
              <a:gd name="connsiteY5" fmla="*/ 387280 h 3108723"/>
              <a:gd name="connsiteX0" fmla="*/ 0 w 12191998"/>
              <a:gd name="connsiteY0" fmla="*/ 405622 h 3127065"/>
              <a:gd name="connsiteX1" fmla="*/ 6591300 w 12191998"/>
              <a:gd name="connsiteY1" fmla="*/ 18342 h 3127065"/>
              <a:gd name="connsiteX2" fmla="*/ 12191998 w 12191998"/>
              <a:gd name="connsiteY2" fmla="*/ 63979 h 3127065"/>
              <a:gd name="connsiteX3" fmla="*/ 12191998 w 12191998"/>
              <a:gd name="connsiteY3" fmla="*/ 3127065 h 3127065"/>
              <a:gd name="connsiteX4" fmla="*/ 0 w 12191998"/>
              <a:gd name="connsiteY4" fmla="*/ 3127065 h 3127065"/>
              <a:gd name="connsiteX5" fmla="*/ 0 w 12191998"/>
              <a:gd name="connsiteY5" fmla="*/ 405622 h 3127065"/>
              <a:gd name="connsiteX0" fmla="*/ 0 w 12191998"/>
              <a:gd name="connsiteY0" fmla="*/ 478691 h 3200134"/>
              <a:gd name="connsiteX1" fmla="*/ 6591300 w 12191998"/>
              <a:gd name="connsiteY1" fmla="*/ 91411 h 3200134"/>
              <a:gd name="connsiteX2" fmla="*/ 12191998 w 12191998"/>
              <a:gd name="connsiteY2" fmla="*/ 137048 h 3200134"/>
              <a:gd name="connsiteX3" fmla="*/ 12191998 w 12191998"/>
              <a:gd name="connsiteY3" fmla="*/ 3200134 h 3200134"/>
              <a:gd name="connsiteX4" fmla="*/ 0 w 12191998"/>
              <a:gd name="connsiteY4" fmla="*/ 3200134 h 3200134"/>
              <a:gd name="connsiteX5" fmla="*/ 0 w 12191998"/>
              <a:gd name="connsiteY5" fmla="*/ 478691 h 3200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8" h="3200134">
                <a:moveTo>
                  <a:pt x="0" y="478691"/>
                </a:moveTo>
                <a:cubicBezTo>
                  <a:pt x="1786890" y="448251"/>
                  <a:pt x="2044700" y="530622"/>
                  <a:pt x="6591300" y="91411"/>
                </a:cubicBezTo>
                <a:cubicBezTo>
                  <a:pt x="8577580" y="-65860"/>
                  <a:pt x="10438128" y="-72"/>
                  <a:pt x="12191998" y="137048"/>
                </a:cubicBezTo>
                <a:lnTo>
                  <a:pt x="12191998" y="3200134"/>
                </a:lnTo>
                <a:lnTo>
                  <a:pt x="0" y="3200134"/>
                </a:lnTo>
                <a:lnTo>
                  <a:pt x="0" y="478691"/>
                </a:lnTo>
                <a:close/>
              </a:path>
            </a:pathLst>
          </a:custGeom>
          <a:solidFill>
            <a:schemeClr val="accent5"/>
          </a:solidFill>
          <a:ln w="22225">
            <a:noFill/>
          </a:ln>
        </p:spPr>
        <p:txBody>
          <a:bodyPr lIns="182880" tIns="0" rtlCol="0" anchor="ctr"/>
          <a:lstStyle>
            <a:lvl1pPr marL="731520" algn="l">
              <a:lnSpc>
                <a:spcPct val="100000"/>
              </a:lnSpc>
              <a:spcBef>
                <a:spcPts val="800"/>
              </a:spcBef>
              <a:defRPr sz="5400"/>
            </a:lvl1pPr>
          </a:lstStyle>
          <a:p>
            <a:pPr rtl="0"/>
            <a:r>
              <a:rPr lang="fr-FR" noProof="0"/>
              <a:t>Cliquez sur Titre</a:t>
            </a:r>
          </a:p>
        </p:txBody>
      </p:sp>
      <p:sp>
        <p:nvSpPr>
          <p:cNvPr id="6" name="Espace réservé d’image 5">
            <a:extLst>
              <a:ext uri="{FF2B5EF4-FFF2-40B4-BE49-F238E27FC236}">
                <a16:creationId xmlns:a16="http://schemas.microsoft.com/office/drawing/2014/main" id="{B290432B-E439-40FF-A9AA-F20D8672B1D6}"/>
              </a:ext>
            </a:extLst>
          </p:cNvPr>
          <p:cNvSpPr>
            <a:spLocks noGrp="1"/>
          </p:cNvSpPr>
          <p:nvPr>
            <p:ph type="pic" sz="quarter" idx="13" hasCustomPrompt="1"/>
          </p:nvPr>
        </p:nvSpPr>
        <p:spPr>
          <a:xfrm>
            <a:off x="0" y="0"/>
            <a:ext cx="12191998" cy="4151560"/>
          </a:xfrm>
          <a:custGeom>
            <a:avLst/>
            <a:gdLst>
              <a:gd name="connsiteX0" fmla="*/ 0 w 12191998"/>
              <a:gd name="connsiteY0" fmla="*/ 0 h 4151560"/>
              <a:gd name="connsiteX1" fmla="*/ 12191998 w 12191998"/>
              <a:gd name="connsiteY1" fmla="*/ 0 h 4151560"/>
              <a:gd name="connsiteX2" fmla="*/ 12191998 w 12191998"/>
              <a:gd name="connsiteY2" fmla="*/ 3809917 h 4151560"/>
              <a:gd name="connsiteX3" fmla="*/ 6591300 w 12191998"/>
              <a:gd name="connsiteY3" fmla="*/ 3764280 h 4151560"/>
              <a:gd name="connsiteX4" fmla="*/ 0 w 12191998"/>
              <a:gd name="connsiteY4" fmla="*/ 4151560 h 4151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998" h="4151560">
                <a:moveTo>
                  <a:pt x="0" y="0"/>
                </a:moveTo>
                <a:lnTo>
                  <a:pt x="12191998" y="0"/>
                </a:lnTo>
                <a:lnTo>
                  <a:pt x="12191998" y="3809917"/>
                </a:lnTo>
                <a:cubicBezTo>
                  <a:pt x="10438128" y="3672797"/>
                  <a:pt x="8577580" y="3607009"/>
                  <a:pt x="6591300" y="3764280"/>
                </a:cubicBezTo>
                <a:cubicBezTo>
                  <a:pt x="2044700" y="4203491"/>
                  <a:pt x="1786890" y="4121120"/>
                  <a:pt x="0" y="4151560"/>
                </a:cubicBezTo>
                <a:close/>
              </a:path>
            </a:pathLst>
          </a:custGeom>
        </p:spPr>
        <p:txBody>
          <a:bodyPr wrap="square" rtlCol="0">
            <a:noAutofit/>
          </a:bodyPr>
          <a:lstStyle>
            <a:lvl1pPr marL="0" indent="0" algn="ctr">
              <a:buNone/>
              <a:defRPr>
                <a:solidFill>
                  <a:schemeClr val="accent5"/>
                </a:solidFill>
              </a:defRPr>
            </a:lvl1pPr>
          </a:lstStyle>
          <a:p>
            <a:pPr rtl="0"/>
            <a:r>
              <a:rPr lang="fr-FR" noProof="0"/>
              <a:t>Insérer une photo ici</a:t>
            </a:r>
          </a:p>
        </p:txBody>
      </p:sp>
      <p:sp>
        <p:nvSpPr>
          <p:cNvPr id="13" name="Espace réservé du texte 7">
            <a:extLst>
              <a:ext uri="{FF2B5EF4-FFF2-40B4-BE49-F238E27FC236}">
                <a16:creationId xmlns:a16="http://schemas.microsoft.com/office/drawing/2014/main" id="{5FD77643-24B8-4D2F-9CCC-3BCE807F703F}"/>
              </a:ext>
            </a:extLst>
          </p:cNvPr>
          <p:cNvSpPr>
            <a:spLocks noGrp="1"/>
          </p:cNvSpPr>
          <p:nvPr>
            <p:ph type="body" sz="quarter" idx="15" hasCustomPrompt="1"/>
          </p:nvPr>
        </p:nvSpPr>
        <p:spPr>
          <a:xfrm>
            <a:off x="7924800" y="4246790"/>
            <a:ext cx="3581400" cy="2081213"/>
          </a:xfrm>
          <a:prstGeom prst="rect">
            <a:avLst/>
          </a:prstGeom>
        </p:spPr>
        <p:txBody>
          <a:bodyPr rtlCol="0" anchor="ctr"/>
          <a:lstStyle>
            <a:lvl1pPr marL="0" indent="0">
              <a:buNone/>
              <a:defRPr/>
            </a:lvl1pPr>
          </a:lstStyle>
          <a:p>
            <a:pPr lvl="0" rtl="0"/>
            <a:r>
              <a:rPr lang="fr-FR" noProof="0"/>
              <a:t>Cliquez pour ajouter un sous-titre</a:t>
            </a:r>
          </a:p>
        </p:txBody>
      </p:sp>
    </p:spTree>
    <p:extLst>
      <p:ext uri="{BB962C8B-B14F-4D97-AF65-F5344CB8AC3E}">
        <p14:creationId xmlns:p14="http://schemas.microsoft.com/office/powerpoint/2010/main" val="3886261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rdre du jour">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0F25F0BC-3414-4A4E-82FD-7DE1761A554A}"/>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3" name="Rectangle 2">
            <a:extLst>
              <a:ext uri="{FF2B5EF4-FFF2-40B4-BE49-F238E27FC236}">
                <a16:creationId xmlns:a16="http://schemas.microsoft.com/office/drawing/2014/main" id="{5136E80E-F44A-4A08-AD5C-C4E6E83A717C}"/>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4" name="Forme libre : Forme 3">
            <a:extLst>
              <a:ext uri="{FF2B5EF4-FFF2-40B4-BE49-F238E27FC236}">
                <a16:creationId xmlns:a16="http://schemas.microsoft.com/office/drawing/2014/main" id="{C4F02106-B95B-4137-ABA0-DE89F9345654}"/>
              </a:ext>
              <a:ext uri="{C183D7F6-B498-43B3-948B-1728B52AA6E4}">
                <adec:decorative xmlns:adec="http://schemas.microsoft.com/office/drawing/2017/decorative" val="1"/>
              </a:ext>
            </a:extLst>
          </p:cNvPr>
          <p:cNvSpPr/>
          <p:nvPr userDrawn="1"/>
        </p:nvSpPr>
        <p:spPr>
          <a:xfrm rot="10800000">
            <a:off x="3107" y="-6055"/>
            <a:ext cx="12185786" cy="2656696"/>
          </a:xfrm>
          <a:custGeom>
            <a:avLst/>
            <a:gdLst>
              <a:gd name="connsiteX0" fmla="*/ 8951169 w 12178450"/>
              <a:gd name="connsiteY0" fmla="*/ 32 h 2001622"/>
              <a:gd name="connsiteX1" fmla="*/ 11653845 w 12178450"/>
              <a:gd name="connsiteY1" fmla="*/ 209874 h 2001622"/>
              <a:gd name="connsiteX2" fmla="*/ 12178450 w 12178450"/>
              <a:gd name="connsiteY2" fmla="*/ 286723 h 2001622"/>
              <a:gd name="connsiteX3" fmla="*/ 12178450 w 12178450"/>
              <a:gd name="connsiteY3" fmla="*/ 2001622 h 2001622"/>
              <a:gd name="connsiteX4" fmla="*/ 0 w 12178450"/>
              <a:gd name="connsiteY4" fmla="*/ 2001622 h 2001622"/>
              <a:gd name="connsiteX5" fmla="*/ 0 w 12178450"/>
              <a:gd name="connsiteY5" fmla="*/ 1010979 h 2001622"/>
              <a:gd name="connsiteX6" fmla="*/ 8951169 w 12178450"/>
              <a:gd name="connsiteY6" fmla="*/ 32 h 200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8450" h="2001622">
                <a:moveTo>
                  <a:pt x="8951169" y="32"/>
                </a:moveTo>
                <a:cubicBezTo>
                  <a:pt x="9704520" y="1593"/>
                  <a:pt x="10578586" y="62133"/>
                  <a:pt x="11653845" y="209874"/>
                </a:cubicBezTo>
                <a:lnTo>
                  <a:pt x="12178450" y="286723"/>
                </a:lnTo>
                <a:lnTo>
                  <a:pt x="12178450" y="2001622"/>
                </a:lnTo>
                <a:lnTo>
                  <a:pt x="0" y="2001622"/>
                </a:lnTo>
                <a:lnTo>
                  <a:pt x="0" y="1010979"/>
                </a:lnTo>
                <a:cubicBezTo>
                  <a:pt x="4768989" y="1010979"/>
                  <a:pt x="5812206" y="-6472"/>
                  <a:pt x="8951169" y="32"/>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fr-FR" noProof="0">
              <a:solidFill>
                <a:schemeClr val="bg1"/>
              </a:solidFill>
            </a:endParaRPr>
          </a:p>
        </p:txBody>
      </p:sp>
      <p:sp>
        <p:nvSpPr>
          <p:cNvPr id="5" name="Triangle rectangle 4">
            <a:extLst>
              <a:ext uri="{FF2B5EF4-FFF2-40B4-BE49-F238E27FC236}">
                <a16:creationId xmlns:a16="http://schemas.microsoft.com/office/drawing/2014/main" id="{86F50E1B-B981-4FF3-B7D0-ED31A0707BAE}"/>
              </a:ext>
              <a:ext uri="{C183D7F6-B498-43B3-948B-1728B52AA6E4}">
                <adec:decorative xmlns:adec="http://schemas.microsoft.com/office/drawing/2017/decorative" val="1"/>
              </a:ext>
            </a:extLst>
          </p:cNvPr>
          <p:cNvSpPr/>
          <p:nvPr userDrawn="1"/>
        </p:nvSpPr>
        <p:spPr>
          <a:xfrm rot="13500000">
            <a:off x="-266903" y="3535448"/>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6" name="Forme libre : Forme 5">
            <a:extLst>
              <a:ext uri="{FF2B5EF4-FFF2-40B4-BE49-F238E27FC236}">
                <a16:creationId xmlns:a16="http://schemas.microsoft.com/office/drawing/2014/main" id="{0AE35541-C201-4A8C-8E97-2CF46579AF03}"/>
              </a:ext>
              <a:ext uri="{C183D7F6-B498-43B3-948B-1728B52AA6E4}">
                <adec:decorative xmlns:adec="http://schemas.microsoft.com/office/drawing/2017/decorative" val="1"/>
              </a:ext>
            </a:extLst>
          </p:cNvPr>
          <p:cNvSpPr/>
          <p:nvPr userDrawn="1"/>
        </p:nvSpPr>
        <p:spPr>
          <a:xfrm>
            <a:off x="36273" y="5198354"/>
            <a:ext cx="2602925" cy="1671572"/>
          </a:xfrm>
          <a:custGeom>
            <a:avLst/>
            <a:gdLst>
              <a:gd name="connsiteX0" fmla="*/ 281723 w 2602925"/>
              <a:gd name="connsiteY0" fmla="*/ 0 h 1671572"/>
              <a:gd name="connsiteX1" fmla="*/ 2538665 w 2602925"/>
              <a:gd name="connsiteY1" fmla="*/ 1496001 h 1671572"/>
              <a:gd name="connsiteX2" fmla="*/ 2602925 w 2602925"/>
              <a:gd name="connsiteY2" fmla="*/ 1671572 h 1671572"/>
              <a:gd name="connsiteX3" fmla="*/ 1714953 w 2602925"/>
              <a:gd name="connsiteY3" fmla="*/ 1671572 h 1671572"/>
              <a:gd name="connsiteX4" fmla="*/ 1633707 w 2602925"/>
              <a:gd name="connsiteY4" fmla="*/ 1537837 h 1671572"/>
              <a:gd name="connsiteX5" fmla="*/ 281722 w 2602925"/>
              <a:gd name="connsiteY5" fmla="*/ 818992 h 1671572"/>
              <a:gd name="connsiteX6" fmla="*/ 115019 w 2602925"/>
              <a:gd name="connsiteY6" fmla="*/ 827410 h 1671572"/>
              <a:gd name="connsiteX7" fmla="*/ 0 w 2602925"/>
              <a:gd name="connsiteY7" fmla="*/ 844964 h 1671572"/>
              <a:gd name="connsiteX8" fmla="*/ 0 w 2602925"/>
              <a:gd name="connsiteY8" fmla="*/ 17421 h 1671572"/>
              <a:gd name="connsiteX9" fmla="*/ 31283 w 2602925"/>
              <a:gd name="connsiteY9" fmla="*/ 12646 h 1671572"/>
              <a:gd name="connsiteX10" fmla="*/ 281723 w 2602925"/>
              <a:gd name="connsiteY10" fmla="*/ 0 h 1671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02925" h="1671572">
                <a:moveTo>
                  <a:pt x="281723" y="0"/>
                </a:moveTo>
                <a:cubicBezTo>
                  <a:pt x="1296311" y="0"/>
                  <a:pt x="2166821" y="616864"/>
                  <a:pt x="2538665" y="1496001"/>
                </a:cubicBezTo>
                <a:lnTo>
                  <a:pt x="2602925" y="1671572"/>
                </a:lnTo>
                <a:lnTo>
                  <a:pt x="1714953" y="1671572"/>
                </a:lnTo>
                <a:lnTo>
                  <a:pt x="1633707" y="1537837"/>
                </a:lnTo>
                <a:cubicBezTo>
                  <a:pt x="1340706" y="1104138"/>
                  <a:pt x="844514" y="818992"/>
                  <a:pt x="281722" y="818992"/>
                </a:cubicBezTo>
                <a:cubicBezTo>
                  <a:pt x="225443" y="818992"/>
                  <a:pt x="169830" y="821844"/>
                  <a:pt x="115019" y="827410"/>
                </a:cubicBezTo>
                <a:lnTo>
                  <a:pt x="0" y="844964"/>
                </a:lnTo>
                <a:lnTo>
                  <a:pt x="0" y="17421"/>
                </a:lnTo>
                <a:lnTo>
                  <a:pt x="31283" y="12646"/>
                </a:lnTo>
                <a:cubicBezTo>
                  <a:pt x="113626" y="4284"/>
                  <a:pt x="197174" y="0"/>
                  <a:pt x="281723" y="0"/>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tx1"/>
              </a:solidFill>
            </a:endParaRPr>
          </a:p>
        </p:txBody>
      </p:sp>
      <p:grpSp>
        <p:nvGrpSpPr>
          <p:cNvPr id="7" name="Groupe 6">
            <a:extLst>
              <a:ext uri="{FF2B5EF4-FFF2-40B4-BE49-F238E27FC236}">
                <a16:creationId xmlns:a16="http://schemas.microsoft.com/office/drawing/2014/main" id="{2D77D8A9-52A9-426B-A7FA-8F0D57A03862}"/>
              </a:ext>
              <a:ext uri="{C183D7F6-B498-43B3-948B-1728B52AA6E4}">
                <adec:decorative xmlns:adec="http://schemas.microsoft.com/office/drawing/2017/decorative" val="1"/>
              </a:ext>
            </a:extLst>
          </p:cNvPr>
          <p:cNvGrpSpPr/>
          <p:nvPr userDrawn="1"/>
        </p:nvGrpSpPr>
        <p:grpSpPr>
          <a:xfrm>
            <a:off x="0" y="0"/>
            <a:ext cx="12214827" cy="6858000"/>
            <a:chOff x="-6214" y="-1"/>
            <a:chExt cx="12214827" cy="6858000"/>
          </a:xfrm>
        </p:grpSpPr>
        <p:cxnSp>
          <p:nvCxnSpPr>
            <p:cNvPr id="8" name="Connecteur droit 7">
              <a:extLst>
                <a:ext uri="{FF2B5EF4-FFF2-40B4-BE49-F238E27FC236}">
                  <a16:creationId xmlns:a16="http://schemas.microsoft.com/office/drawing/2014/main" id="{9FBA36D2-108E-4BCE-B00B-7AADE262EBA8}"/>
                </a:ext>
              </a:extLst>
            </p:cNvPr>
            <p:cNvCxnSpPr>
              <a:cxnSpLocks/>
            </p:cNvCxnSpPr>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87CCA430-E045-49A4-BBFA-58E62DB70C12}"/>
                </a:ext>
              </a:extLst>
            </p:cNvPr>
            <p:cNvCxnSpPr>
              <a:cxnSpLocks/>
            </p:cNvCxnSpPr>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0A8F23F5-C38C-4F4D-AC9D-53EE5C805B3C}"/>
                </a:ext>
              </a:extLst>
            </p:cNvPr>
            <p:cNvCxnSpPr>
              <a:cxnSpLocks/>
            </p:cNvCxnSpPr>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E9F8BEAE-4D02-4E92-BF07-2B52C1DC6AAC}"/>
                </a:ext>
              </a:extLst>
            </p:cNvPr>
            <p:cNvCxnSpPr>
              <a:cxnSpLocks/>
            </p:cNvCxnSpPr>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1CECE1E3-E88F-4BF4-91A1-21CE42A919ED}"/>
                </a:ext>
              </a:extLst>
            </p:cNvPr>
            <p:cNvCxnSpPr>
              <a:cxnSpLocks/>
            </p:cNvCxnSpPr>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CF3597D0-8C2B-4DF1-A82D-B7AED489FAA9}"/>
                </a:ext>
              </a:extLst>
            </p:cNvPr>
            <p:cNvCxnSpPr>
              <a:cxnSpLocks/>
            </p:cNvCxnSpPr>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988A03C0-2CF4-4311-BFE9-050460F9B2B4}"/>
                </a:ext>
              </a:extLst>
            </p:cNvPr>
            <p:cNvCxnSpPr>
              <a:cxnSpLocks/>
            </p:cNvCxnSpPr>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29DD4F0C-1AB6-4919-A06A-C33148C95772}"/>
                </a:ext>
              </a:extLst>
            </p:cNvPr>
            <p:cNvCxnSpPr>
              <a:cxnSpLocks/>
            </p:cNvCxnSpPr>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4F9DCDAB-1034-49DC-B20D-5B3AC4DDA949}"/>
                </a:ext>
              </a:extLst>
            </p:cNvPr>
            <p:cNvCxnSpPr>
              <a:cxnSpLocks/>
            </p:cNvCxnSpPr>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E03569C8-7E1D-4D32-880E-03A713BC8EC2}"/>
                </a:ext>
              </a:extLst>
            </p:cNvPr>
            <p:cNvCxnSpPr>
              <a:cxnSpLocks/>
            </p:cNvCxnSpPr>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D787C248-294D-4430-9163-A18DB7A0E58F}"/>
                </a:ext>
              </a:extLst>
            </p:cNvPr>
            <p:cNvCxnSpPr>
              <a:cxnSpLocks/>
            </p:cNvCxnSpPr>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B4E8BBE7-F812-4E02-8220-479D4B2E9DB2}"/>
                </a:ext>
              </a:extLst>
            </p:cNvPr>
            <p:cNvCxnSpPr>
              <a:cxnSpLocks/>
            </p:cNvCxnSpPr>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2AA42D07-05F3-4BE3-81BF-B5F84474EF19}"/>
                </a:ext>
              </a:extLst>
            </p:cNvPr>
            <p:cNvCxnSpPr>
              <a:cxnSpLocks/>
            </p:cNvCxnSpPr>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2E1C5E67-B32B-49DC-BF5E-D25C7CF20873}"/>
                </a:ext>
              </a:extLst>
            </p:cNvPr>
            <p:cNvCxnSpPr>
              <a:cxnSpLocks/>
            </p:cNvCxnSpPr>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16B1788E-1754-47A2-853A-6FE39EEB1E03}"/>
                </a:ext>
              </a:extLst>
            </p:cNvPr>
            <p:cNvCxnSpPr>
              <a:cxnSpLocks/>
            </p:cNvCxnSpPr>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57682792-A763-4918-B362-26D487DE471E}"/>
                </a:ext>
              </a:extLst>
            </p:cNvPr>
            <p:cNvCxnSpPr>
              <a:cxnSpLocks/>
            </p:cNvCxnSpPr>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CD52BF25-0CAE-4903-A7E6-8A7768DD1F70}"/>
                </a:ext>
              </a:extLst>
            </p:cNvPr>
            <p:cNvCxnSpPr>
              <a:cxnSpLocks/>
            </p:cNvCxnSpPr>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6A14A49A-F4B0-444F-8BA5-9DC89AC760A0}"/>
                </a:ext>
              </a:extLst>
            </p:cNvPr>
            <p:cNvCxnSpPr>
              <a:cxnSpLocks/>
            </p:cNvCxnSpPr>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7D09471A-4DE2-47CD-AED8-27D5B1050BDC}"/>
                </a:ext>
              </a:extLst>
            </p:cNvPr>
            <p:cNvCxnSpPr>
              <a:cxnSpLocks/>
            </p:cNvCxnSpPr>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74C0A412-5D4A-44E9-9738-BD17D84887C4}"/>
                </a:ext>
              </a:extLst>
            </p:cNvPr>
            <p:cNvCxnSpPr>
              <a:cxnSpLocks/>
            </p:cNvCxnSpPr>
            <p:nvPr/>
          </p:nvCxnSpPr>
          <p:spPr>
            <a:xfrm>
              <a:off x="-6214"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32F41B69-68CE-41EF-BBED-1CD4FF7A9F0B}"/>
                </a:ext>
              </a:extLst>
            </p:cNvPr>
            <p:cNvCxnSpPr>
              <a:cxnSpLocks/>
            </p:cNvCxnSpPr>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53B5DECC-07DB-431C-88EC-3AEE965EC130}"/>
                </a:ext>
              </a:extLst>
            </p:cNvPr>
            <p:cNvCxnSpPr>
              <a:cxnSpLocks/>
            </p:cNvCxnSpPr>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66CE55D3-190F-47D1-98A6-D7281E51E020}"/>
                </a:ext>
              </a:extLst>
            </p:cNvPr>
            <p:cNvCxnSpPr>
              <a:cxnSpLocks/>
            </p:cNvCxnSpPr>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A0324378-6046-45CC-A273-AE16EFF671D7}"/>
                </a:ext>
              </a:extLst>
            </p:cNvPr>
            <p:cNvCxnSpPr>
              <a:cxnSpLocks/>
            </p:cNvCxnSpPr>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0190AD03-D044-4A15-879F-BC87B702ABED}"/>
                </a:ext>
              </a:extLst>
            </p:cNvPr>
            <p:cNvCxnSpPr>
              <a:cxnSpLocks/>
            </p:cNvCxnSpPr>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59B3C48A-196D-4BE2-A7CD-848178CCFCAD}"/>
                </a:ext>
              </a:extLst>
            </p:cNvPr>
            <p:cNvCxnSpPr>
              <a:cxnSpLocks/>
            </p:cNvCxnSpPr>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Connecteur droit 33">
              <a:extLst>
                <a:ext uri="{FF2B5EF4-FFF2-40B4-BE49-F238E27FC236}">
                  <a16:creationId xmlns:a16="http://schemas.microsoft.com/office/drawing/2014/main" id="{F4F5DF92-38A4-42C0-8492-7C34DBFEF333}"/>
                </a:ext>
              </a:extLst>
            </p:cNvPr>
            <p:cNvCxnSpPr>
              <a:cxnSpLocks/>
            </p:cNvCxnSpPr>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AC093942-8F5E-4520-8571-946A6E5CEBA3}"/>
                </a:ext>
              </a:extLst>
            </p:cNvPr>
            <p:cNvCxnSpPr>
              <a:cxnSpLocks/>
            </p:cNvCxnSpPr>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A648E900-15FD-4793-A783-15BD86852618}"/>
                </a:ext>
              </a:extLst>
            </p:cNvPr>
            <p:cNvCxnSpPr>
              <a:cxnSpLocks/>
            </p:cNvCxnSpPr>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7" name="Titre 1">
            <a:extLst>
              <a:ext uri="{FF2B5EF4-FFF2-40B4-BE49-F238E27FC236}">
                <a16:creationId xmlns:a16="http://schemas.microsoft.com/office/drawing/2014/main" id="{5DF337DA-C179-4649-9021-51ECBB849B65}"/>
              </a:ext>
            </a:extLst>
          </p:cNvPr>
          <p:cNvSpPr>
            <a:spLocks noGrp="1"/>
          </p:cNvSpPr>
          <p:nvPr>
            <p:ph type="title"/>
          </p:nvPr>
        </p:nvSpPr>
        <p:spPr>
          <a:xfrm>
            <a:off x="457200" y="3520914"/>
            <a:ext cx="5552414" cy="2727486"/>
          </a:xfrm>
          <a:prstGeom prst="rect">
            <a:avLst/>
          </a:prstGeom>
        </p:spPr>
        <p:txBody>
          <a:bodyPr rtlCol="0" anchor="t">
            <a:normAutofit/>
          </a:bodyPr>
          <a:lstStyle>
            <a:lvl1pPr>
              <a:defRPr>
                <a:solidFill>
                  <a:schemeClr val="tx2"/>
                </a:solidFill>
              </a:defRPr>
            </a:lvl1pPr>
          </a:lstStyle>
          <a:p>
            <a:pPr rtl="0">
              <a:lnSpc>
                <a:spcPct val="110000"/>
              </a:lnSpc>
            </a:pPr>
            <a:r>
              <a:rPr lang="fr-FR" noProof="0">
                <a:solidFill>
                  <a:schemeClr val="tx2"/>
                </a:solidFill>
                <a:cs typeface="Posterama" panose="020B0504020200020000" pitchFamily="34" charset="0"/>
              </a:rPr>
              <a:t>Modifiez le style du titre</a:t>
            </a:r>
          </a:p>
        </p:txBody>
      </p:sp>
      <p:sp>
        <p:nvSpPr>
          <p:cNvPr id="50" name="Espace réservé d’image 44">
            <a:extLst>
              <a:ext uri="{FF2B5EF4-FFF2-40B4-BE49-F238E27FC236}">
                <a16:creationId xmlns:a16="http://schemas.microsoft.com/office/drawing/2014/main" id="{CDAEDC08-93B5-4CC2-A77F-91F47AD1D735}"/>
              </a:ext>
            </a:extLst>
          </p:cNvPr>
          <p:cNvSpPr>
            <a:spLocks noGrp="1"/>
          </p:cNvSpPr>
          <p:nvPr>
            <p:ph type="pic" sz="quarter" idx="13" hasCustomPrompt="1"/>
          </p:nvPr>
        </p:nvSpPr>
        <p:spPr>
          <a:xfrm>
            <a:off x="190500" y="195263"/>
            <a:ext cx="5837238" cy="2960687"/>
          </a:xfrm>
          <a:prstGeom prst="rect">
            <a:avLst/>
          </a:prstGeom>
        </p:spPr>
        <p:txBody>
          <a:bodyPr rtlCol="0"/>
          <a:lstStyle>
            <a:lvl1pPr marL="0" indent="0" algn="ctr">
              <a:buNone/>
              <a:defRPr>
                <a:solidFill>
                  <a:schemeClr val="tx2"/>
                </a:solidFill>
              </a:defRPr>
            </a:lvl1pPr>
          </a:lstStyle>
          <a:p>
            <a:pPr rtl="0"/>
            <a:r>
              <a:rPr lang="fr-FR" noProof="0"/>
              <a:t>Insérer une photo ici</a:t>
            </a:r>
          </a:p>
        </p:txBody>
      </p:sp>
      <p:sp>
        <p:nvSpPr>
          <p:cNvPr id="51" name="Espace réservé d’image 48">
            <a:extLst>
              <a:ext uri="{FF2B5EF4-FFF2-40B4-BE49-F238E27FC236}">
                <a16:creationId xmlns:a16="http://schemas.microsoft.com/office/drawing/2014/main" id="{C34DF4FD-6356-4CA5-9E6F-749666E2D43A}"/>
              </a:ext>
            </a:extLst>
          </p:cNvPr>
          <p:cNvSpPr>
            <a:spLocks noGrp="1"/>
          </p:cNvSpPr>
          <p:nvPr>
            <p:ph type="pic" sz="quarter" idx="14" hasCustomPrompt="1"/>
          </p:nvPr>
        </p:nvSpPr>
        <p:spPr>
          <a:xfrm>
            <a:off x="6164265" y="184840"/>
            <a:ext cx="5841996" cy="2987199"/>
          </a:xfrm>
          <a:prstGeom prst="rect">
            <a:avLst/>
          </a:prstGeom>
        </p:spPr>
        <p:txBody>
          <a:bodyPr rtlCol="0"/>
          <a:lstStyle>
            <a:lvl1pPr marL="0" indent="0" algn="ctr">
              <a:buNone/>
              <a:defRPr>
                <a:solidFill>
                  <a:schemeClr val="tx2"/>
                </a:solidFill>
              </a:defRPr>
            </a:lvl1pPr>
          </a:lstStyle>
          <a:p>
            <a:pPr rtl="0"/>
            <a:r>
              <a:rPr lang="fr-FR" noProof="0"/>
              <a:t>Insérer une photo ici</a:t>
            </a:r>
          </a:p>
        </p:txBody>
      </p:sp>
      <p:sp>
        <p:nvSpPr>
          <p:cNvPr id="39" name="Espace réservé du contenu 38">
            <a:extLst>
              <a:ext uri="{FF2B5EF4-FFF2-40B4-BE49-F238E27FC236}">
                <a16:creationId xmlns:a16="http://schemas.microsoft.com/office/drawing/2014/main" id="{9C696AEE-49AB-4D07-90D6-AD1902517231}"/>
              </a:ext>
            </a:extLst>
          </p:cNvPr>
          <p:cNvSpPr>
            <a:spLocks noGrp="1"/>
          </p:cNvSpPr>
          <p:nvPr>
            <p:ph sz="quarter" idx="15" hasCustomPrompt="1"/>
          </p:nvPr>
        </p:nvSpPr>
        <p:spPr>
          <a:xfrm>
            <a:off x="6189663" y="3525611"/>
            <a:ext cx="5816600" cy="2720975"/>
          </a:xfrm>
          <a:prstGeom prst="rect">
            <a:avLst/>
          </a:prstGeom>
        </p:spPr>
        <p:txBody>
          <a:bodyPr rtlCol="0"/>
          <a:lstStyle>
            <a:lvl1pPr marL="0" indent="0">
              <a:buNone/>
              <a:defRPr sz="2400">
                <a:solidFill>
                  <a:schemeClr val="tx2"/>
                </a:solidFill>
              </a:defRPr>
            </a:lvl1pPr>
            <a:lvl2pPr marL="0" indent="0">
              <a:buNone/>
              <a:defRPr sz="2400">
                <a:solidFill>
                  <a:schemeClr val="tx2"/>
                </a:solidFill>
              </a:defRPr>
            </a:lvl2pPr>
            <a:lvl3pPr marL="0" indent="0">
              <a:buNone/>
              <a:defRPr sz="2400">
                <a:solidFill>
                  <a:schemeClr val="tx2"/>
                </a:solidFill>
              </a:defRPr>
            </a:lvl3pPr>
            <a:lvl4pPr marL="0" indent="0">
              <a:buNone/>
              <a:defRPr sz="2400">
                <a:solidFill>
                  <a:schemeClr val="tx2"/>
                </a:solidFill>
              </a:defRPr>
            </a:lvl4pPr>
            <a:lvl5pPr marL="0" indent="0">
              <a:buNone/>
              <a:defRPr sz="2400">
                <a:solidFill>
                  <a:schemeClr val="tx2"/>
                </a:solidFill>
              </a:defRPr>
            </a:lvl5pPr>
          </a:lstStyle>
          <a:p>
            <a:pPr lvl="0" rtl="0"/>
            <a:r>
              <a:rPr lang="fr-FR" noProof="0"/>
              <a:t>Cliquer pour ajouter du texte</a:t>
            </a:r>
          </a:p>
        </p:txBody>
      </p:sp>
      <p:sp>
        <p:nvSpPr>
          <p:cNvPr id="52" name="Espace réservé de la date 3">
            <a:extLst>
              <a:ext uri="{FF2B5EF4-FFF2-40B4-BE49-F238E27FC236}">
                <a16:creationId xmlns:a16="http://schemas.microsoft.com/office/drawing/2014/main" id="{CEABCB88-BA9F-47D3-A787-DF88895F2557}"/>
              </a:ext>
            </a:extLst>
          </p:cNvPr>
          <p:cNvSpPr>
            <a:spLocks noGrp="1"/>
          </p:cNvSpPr>
          <p:nvPr>
            <p:ph type="dt" sz="half" idx="10"/>
          </p:nvPr>
        </p:nvSpPr>
        <p:spPr>
          <a:xfrm>
            <a:off x="457200" y="6324600"/>
            <a:ext cx="2560220" cy="365125"/>
          </a:xfrm>
          <a:prstGeom prst="rect">
            <a:avLst/>
          </a:prstGeom>
        </p:spPr>
        <p:txBody>
          <a:bodyPr rtlCol="0" anchor="ctr"/>
          <a:lstStyle>
            <a:lvl1pPr>
              <a:defRPr sz="900" spc="150" baseline="0">
                <a:solidFill>
                  <a:schemeClr val="tx1"/>
                </a:solidFill>
              </a:defRPr>
            </a:lvl1pPr>
          </a:lstStyle>
          <a:p>
            <a:pPr rtl="0"/>
            <a:r>
              <a:rPr lang="fr-FR" noProof="0"/>
              <a:t>02/02/20XX</a:t>
            </a:r>
          </a:p>
        </p:txBody>
      </p:sp>
      <p:sp>
        <p:nvSpPr>
          <p:cNvPr id="53" name="Espace réservé du pied de page 4">
            <a:extLst>
              <a:ext uri="{FF2B5EF4-FFF2-40B4-BE49-F238E27FC236}">
                <a16:creationId xmlns:a16="http://schemas.microsoft.com/office/drawing/2014/main" id="{6244155B-5D28-4D19-90C2-1FBB57AA8E80}"/>
              </a:ext>
            </a:extLst>
          </p:cNvPr>
          <p:cNvSpPr>
            <a:spLocks noGrp="1"/>
          </p:cNvSpPr>
          <p:nvPr>
            <p:ph type="ftr" sz="quarter" idx="11"/>
          </p:nvPr>
        </p:nvSpPr>
        <p:spPr>
          <a:xfrm>
            <a:off x="4200861" y="6319838"/>
            <a:ext cx="3982781" cy="365125"/>
          </a:xfrm>
          <a:prstGeom prst="rect">
            <a:avLst/>
          </a:prstGeom>
        </p:spPr>
        <p:txBody>
          <a:bodyPr rtlCol="0" anchor="ctr"/>
          <a:lstStyle>
            <a:lvl1pPr algn="ctr">
              <a:defRPr sz="900" spc="150" baseline="0">
                <a:solidFill>
                  <a:schemeClr val="tx1"/>
                </a:solidFill>
              </a:defRPr>
            </a:lvl1pPr>
          </a:lstStyle>
          <a:p>
            <a:pPr rtl="0"/>
            <a:r>
              <a:rPr lang="fr-FR" noProof="0"/>
              <a:t>TITRE DE LA PRÉSENTATION</a:t>
            </a:r>
          </a:p>
        </p:txBody>
      </p:sp>
      <p:sp>
        <p:nvSpPr>
          <p:cNvPr id="54" name="Espace réservé du numéro de diapositive 5">
            <a:extLst>
              <a:ext uri="{FF2B5EF4-FFF2-40B4-BE49-F238E27FC236}">
                <a16:creationId xmlns:a16="http://schemas.microsoft.com/office/drawing/2014/main" id="{E2F1D5A7-A160-4678-8595-C5E217295F85}"/>
              </a:ext>
            </a:extLst>
          </p:cNvPr>
          <p:cNvSpPr>
            <a:spLocks noGrp="1"/>
          </p:cNvSpPr>
          <p:nvPr>
            <p:ph type="sldNum" sz="quarter" idx="12"/>
          </p:nvPr>
        </p:nvSpPr>
        <p:spPr>
          <a:xfrm>
            <a:off x="11190806" y="6324600"/>
            <a:ext cx="799078" cy="365125"/>
          </a:xfrm>
          <a:prstGeom prst="rect">
            <a:avLst/>
          </a:prstGeom>
        </p:spPr>
        <p:txBody>
          <a:bodyPr rtlCol="0" anchor="ctr"/>
          <a:lstStyle>
            <a:lvl1pPr algn="ctr">
              <a:defRPr sz="900" spc="150" baseline="0">
                <a:solidFill>
                  <a:schemeClr val="tx1"/>
                </a:solidFill>
              </a:defRPr>
            </a:lvl1pPr>
          </a:lstStyle>
          <a:p>
            <a:pPr rtl="0"/>
            <a:fld id="{11A71338-8BA2-4C79-A6C5-5A8E30081D0C}" type="slidenum">
              <a:rPr lang="fr-FR" noProof="0" smtClean="0"/>
              <a:pPr/>
              <a:t>‹N°›</a:t>
            </a:fld>
            <a:endParaRPr lang="fr-FR" noProof="0"/>
          </a:p>
        </p:txBody>
      </p:sp>
    </p:spTree>
    <p:extLst>
      <p:ext uri="{BB962C8B-B14F-4D97-AF65-F5344CB8AC3E}">
        <p14:creationId xmlns:p14="http://schemas.microsoft.com/office/powerpoint/2010/main" val="1738827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88878880-76F2-45B5-916B-36E7EE2B1CFF}"/>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3" name="Rectangle 2">
            <a:extLst>
              <a:ext uri="{FF2B5EF4-FFF2-40B4-BE49-F238E27FC236}">
                <a16:creationId xmlns:a16="http://schemas.microsoft.com/office/drawing/2014/main" id="{1B75C3C8-6E32-4269-9316-DC942E00A4E2}"/>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4" name="Triangle rectangle 3">
            <a:extLst>
              <a:ext uri="{FF2B5EF4-FFF2-40B4-BE49-F238E27FC236}">
                <a16:creationId xmlns:a16="http://schemas.microsoft.com/office/drawing/2014/main" id="{247C2144-3704-461F-AEA4-5AD7F2A4BA9E}"/>
              </a:ext>
              <a:ext uri="{C183D7F6-B498-43B3-948B-1728B52AA6E4}">
                <adec:decorative xmlns:adec="http://schemas.microsoft.com/office/drawing/2017/decorative" val="1"/>
              </a:ext>
            </a:extLst>
          </p:cNvPr>
          <p:cNvSpPr/>
          <p:nvPr userDrawn="1"/>
        </p:nvSpPr>
        <p:spPr>
          <a:xfrm rot="13500000">
            <a:off x="-284145" y="1559143"/>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5" name="Organigramme : Document 4">
            <a:extLst>
              <a:ext uri="{FF2B5EF4-FFF2-40B4-BE49-F238E27FC236}">
                <a16:creationId xmlns:a16="http://schemas.microsoft.com/office/drawing/2014/main" id="{5C2F4A0D-E022-45C1-A4F2-BDD40ECBB273}"/>
              </a:ext>
              <a:ext uri="{C183D7F6-B498-43B3-948B-1728B52AA6E4}">
                <adec:decorative xmlns:adec="http://schemas.microsoft.com/office/drawing/2017/decorative" val="1"/>
              </a:ext>
            </a:extLst>
          </p:cNvPr>
          <p:cNvSpPr/>
          <p:nvPr userDrawn="1"/>
        </p:nvSpPr>
        <p:spPr>
          <a:xfrm rot="5400000">
            <a:off x="7455724" y="2105114"/>
            <a:ext cx="6858000" cy="2647778"/>
          </a:xfrm>
          <a:prstGeom prst="flowChartDocument">
            <a:avLst/>
          </a:prstGeom>
          <a:solidFill>
            <a:schemeClr val="accent5">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tx1"/>
              </a:solidFill>
            </a:endParaRPr>
          </a:p>
        </p:txBody>
      </p:sp>
      <p:grpSp>
        <p:nvGrpSpPr>
          <p:cNvPr id="6" name="Groupe 5">
            <a:extLst>
              <a:ext uri="{FF2B5EF4-FFF2-40B4-BE49-F238E27FC236}">
                <a16:creationId xmlns:a16="http://schemas.microsoft.com/office/drawing/2014/main" id="{3B95DAD1-C9F8-42EA-938C-AD799D0D1D1F}"/>
              </a:ext>
              <a:ext uri="{C183D7F6-B498-43B3-948B-1728B52AA6E4}">
                <adec:decorative xmlns:adec="http://schemas.microsoft.com/office/drawing/2017/decorative" val="1"/>
              </a:ext>
            </a:extLst>
          </p:cNvPr>
          <p:cNvGrpSpPr/>
          <p:nvPr userDrawn="1"/>
        </p:nvGrpSpPr>
        <p:grpSpPr>
          <a:xfrm>
            <a:off x="0" y="0"/>
            <a:ext cx="12214827" cy="6858000"/>
            <a:chOff x="-6214" y="-1"/>
            <a:chExt cx="12214827" cy="6858000"/>
          </a:xfrm>
        </p:grpSpPr>
        <p:cxnSp>
          <p:nvCxnSpPr>
            <p:cNvPr id="7" name="Connecteur droit 6">
              <a:extLst>
                <a:ext uri="{FF2B5EF4-FFF2-40B4-BE49-F238E27FC236}">
                  <a16:creationId xmlns:a16="http://schemas.microsoft.com/office/drawing/2014/main" id="{CE106CB0-0456-42D2-9064-D8307EE2EE64}"/>
                </a:ext>
              </a:extLst>
            </p:cNvPr>
            <p:cNvCxnSpPr>
              <a:cxnSpLocks/>
            </p:cNvCxnSpPr>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B6564272-B469-4B76-89B3-EAE1C5EA5577}"/>
                </a:ext>
              </a:extLst>
            </p:cNvPr>
            <p:cNvCxnSpPr>
              <a:cxnSpLocks/>
            </p:cNvCxnSpPr>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9C812937-53FC-4F40-9E1F-62BD5DC5C8EA}"/>
                </a:ext>
              </a:extLst>
            </p:cNvPr>
            <p:cNvCxnSpPr>
              <a:cxnSpLocks/>
            </p:cNvCxnSpPr>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D5C30D30-0592-4A8D-9BFB-E39327DEB08D}"/>
                </a:ext>
              </a:extLst>
            </p:cNvPr>
            <p:cNvCxnSpPr>
              <a:cxnSpLocks/>
            </p:cNvCxnSpPr>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B5EF5218-294E-41E0-B835-6CD21C0AB503}"/>
                </a:ext>
              </a:extLst>
            </p:cNvPr>
            <p:cNvCxnSpPr>
              <a:cxnSpLocks/>
            </p:cNvCxnSpPr>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64EAD817-B289-4780-AF71-3A814DA15175}"/>
                </a:ext>
              </a:extLst>
            </p:cNvPr>
            <p:cNvCxnSpPr>
              <a:cxnSpLocks/>
            </p:cNvCxnSpPr>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015FE1B7-342F-44E3-9A5F-4320F4B56F12}"/>
                </a:ext>
              </a:extLst>
            </p:cNvPr>
            <p:cNvCxnSpPr>
              <a:cxnSpLocks/>
            </p:cNvCxnSpPr>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8F304BD3-68AC-49BC-8B74-71637404CEEC}"/>
                </a:ext>
              </a:extLst>
            </p:cNvPr>
            <p:cNvCxnSpPr>
              <a:cxnSpLocks/>
            </p:cNvCxnSpPr>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B0859D2C-72C4-411A-BD82-8368DDC03513}"/>
                </a:ext>
              </a:extLst>
            </p:cNvPr>
            <p:cNvCxnSpPr>
              <a:cxnSpLocks/>
            </p:cNvCxnSpPr>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7B22EA31-AED9-4314-8509-4087F82F1112}"/>
                </a:ext>
              </a:extLst>
            </p:cNvPr>
            <p:cNvCxnSpPr>
              <a:cxnSpLocks/>
            </p:cNvCxnSpPr>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74E3D353-A425-4930-AC93-9A9F93EC07EF}"/>
                </a:ext>
              </a:extLst>
            </p:cNvPr>
            <p:cNvCxnSpPr>
              <a:cxnSpLocks/>
            </p:cNvCxnSpPr>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E75827C0-9081-4304-98D0-28375902854E}"/>
                </a:ext>
              </a:extLst>
            </p:cNvPr>
            <p:cNvCxnSpPr>
              <a:cxnSpLocks/>
            </p:cNvCxnSpPr>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7FBC916B-3AAC-4825-8D0F-923D60C0DA4E}"/>
                </a:ext>
              </a:extLst>
            </p:cNvPr>
            <p:cNvCxnSpPr>
              <a:cxnSpLocks/>
            </p:cNvCxnSpPr>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13085D6A-11B7-416E-9A80-085550712976}"/>
                </a:ext>
              </a:extLst>
            </p:cNvPr>
            <p:cNvCxnSpPr>
              <a:cxnSpLocks/>
            </p:cNvCxnSpPr>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F1619986-89C6-4164-BD69-5117CB5E3D0D}"/>
                </a:ext>
              </a:extLst>
            </p:cNvPr>
            <p:cNvCxnSpPr>
              <a:cxnSpLocks/>
            </p:cNvCxnSpPr>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3D63A74F-F1A7-4546-BCB1-3C49033B344A}"/>
                </a:ext>
              </a:extLst>
            </p:cNvPr>
            <p:cNvCxnSpPr>
              <a:cxnSpLocks/>
            </p:cNvCxnSpPr>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348BEE97-AC71-4466-82E9-05302D19D2B2}"/>
                </a:ext>
              </a:extLst>
            </p:cNvPr>
            <p:cNvCxnSpPr>
              <a:cxnSpLocks/>
            </p:cNvCxnSpPr>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BFB7EA87-48DE-40EC-97C4-1119D6E0BCFB}"/>
                </a:ext>
              </a:extLst>
            </p:cNvPr>
            <p:cNvCxnSpPr>
              <a:cxnSpLocks/>
            </p:cNvCxnSpPr>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6709E735-55F1-46BE-964B-17589798C459}"/>
                </a:ext>
              </a:extLst>
            </p:cNvPr>
            <p:cNvCxnSpPr>
              <a:cxnSpLocks/>
            </p:cNvCxnSpPr>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0AE224F2-AB69-40F3-83FC-5A1C2985F114}"/>
                </a:ext>
              </a:extLst>
            </p:cNvPr>
            <p:cNvCxnSpPr>
              <a:cxnSpLocks/>
            </p:cNvCxnSpPr>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10841DFB-48FF-4E4C-BD80-FAEDD9869CA5}"/>
                </a:ext>
              </a:extLst>
            </p:cNvPr>
            <p:cNvCxnSpPr>
              <a:cxnSpLocks/>
            </p:cNvCxnSpPr>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93F2079C-0840-41A3-B649-BFA2657D7FCC}"/>
                </a:ext>
              </a:extLst>
            </p:cNvPr>
            <p:cNvCxnSpPr>
              <a:cxnSpLocks/>
            </p:cNvCxnSpPr>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624F5B96-0C46-4542-959C-A0AB18C7DAE4}"/>
                </a:ext>
              </a:extLst>
            </p:cNvPr>
            <p:cNvCxnSpPr>
              <a:cxnSpLocks/>
            </p:cNvCxnSpPr>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87E7EDBA-8F85-4F7A-A17D-6B49A51D412C}"/>
                </a:ext>
              </a:extLst>
            </p:cNvPr>
            <p:cNvCxnSpPr>
              <a:cxnSpLocks/>
            </p:cNvCxnSpPr>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043D3094-2C9C-4299-9065-669FFD8F5DD2}"/>
                </a:ext>
              </a:extLst>
            </p:cNvPr>
            <p:cNvCxnSpPr>
              <a:cxnSpLocks/>
            </p:cNvCxnSpPr>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DE307EDA-19A4-4312-920D-EC02D2A70CBD}"/>
                </a:ext>
              </a:extLst>
            </p:cNvPr>
            <p:cNvCxnSpPr>
              <a:cxnSpLocks/>
            </p:cNvCxnSpPr>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62953220-FAE3-4A55-B3C5-632C82C456AA}"/>
                </a:ext>
              </a:extLst>
            </p:cNvPr>
            <p:cNvCxnSpPr>
              <a:cxnSpLocks/>
            </p:cNvCxnSpPr>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Connecteur droit 33">
              <a:extLst>
                <a:ext uri="{FF2B5EF4-FFF2-40B4-BE49-F238E27FC236}">
                  <a16:creationId xmlns:a16="http://schemas.microsoft.com/office/drawing/2014/main" id="{72B2B007-553A-4A33-B077-9CA9D0313326}"/>
                </a:ext>
              </a:extLst>
            </p:cNvPr>
            <p:cNvCxnSpPr>
              <a:cxnSpLocks/>
            </p:cNvCxnSpPr>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CE213DEB-4CFC-46B3-8DB4-77581E46552F}"/>
                </a:ext>
              </a:extLst>
            </p:cNvPr>
            <p:cNvCxnSpPr>
              <a:cxnSpLocks/>
            </p:cNvCxnSpPr>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6" name="Titre 1">
            <a:extLst>
              <a:ext uri="{FF2B5EF4-FFF2-40B4-BE49-F238E27FC236}">
                <a16:creationId xmlns:a16="http://schemas.microsoft.com/office/drawing/2014/main" id="{EBBBF2BB-36BE-45E7-A35B-260E76E7D477}"/>
              </a:ext>
            </a:extLst>
          </p:cNvPr>
          <p:cNvSpPr>
            <a:spLocks noGrp="1"/>
          </p:cNvSpPr>
          <p:nvPr>
            <p:ph type="title"/>
          </p:nvPr>
        </p:nvSpPr>
        <p:spPr>
          <a:xfrm>
            <a:off x="457200" y="725467"/>
            <a:ext cx="5410197" cy="1982171"/>
          </a:xfrm>
          <a:prstGeom prst="rect">
            <a:avLst/>
          </a:prstGeom>
        </p:spPr>
        <p:txBody>
          <a:bodyPr rtlCol="0">
            <a:normAutofit/>
          </a:bodyPr>
          <a:lstStyle/>
          <a:p>
            <a:pPr rtl="0">
              <a:lnSpc>
                <a:spcPct val="110000"/>
              </a:lnSpc>
            </a:pPr>
            <a:r>
              <a:rPr lang="fr-FR" noProof="0">
                <a:solidFill>
                  <a:srgbClr val="FFFFFF"/>
                </a:solidFill>
                <a:cs typeface="Posterama" panose="020B0504020200020000" pitchFamily="34" charset="0"/>
              </a:rPr>
              <a:t>Modifiez le style du titre</a:t>
            </a:r>
          </a:p>
        </p:txBody>
      </p:sp>
      <p:sp>
        <p:nvSpPr>
          <p:cNvPr id="42" name="Espace réservé du contenu 38">
            <a:extLst>
              <a:ext uri="{FF2B5EF4-FFF2-40B4-BE49-F238E27FC236}">
                <a16:creationId xmlns:a16="http://schemas.microsoft.com/office/drawing/2014/main" id="{03257FF4-6F58-4A1E-866D-198569F9174B}"/>
              </a:ext>
            </a:extLst>
          </p:cNvPr>
          <p:cNvSpPr>
            <a:spLocks noGrp="1"/>
          </p:cNvSpPr>
          <p:nvPr>
            <p:ph sz="quarter" idx="15" hasCustomPrompt="1"/>
          </p:nvPr>
        </p:nvSpPr>
        <p:spPr>
          <a:xfrm>
            <a:off x="453104" y="2957665"/>
            <a:ext cx="5543524" cy="3358733"/>
          </a:xfrm>
          <a:prstGeom prst="rect">
            <a:avLst/>
          </a:prstGeom>
        </p:spPr>
        <p:txBody>
          <a:bodyPr rtlCol="0"/>
          <a:lstStyle>
            <a:lvl1pPr marL="0" indent="0">
              <a:lnSpc>
                <a:spcPct val="120000"/>
              </a:lnSpc>
              <a:buNone/>
              <a:defRPr sz="1800">
                <a:solidFill>
                  <a:schemeClr val="bg1"/>
                </a:solidFill>
              </a:defRPr>
            </a:lvl1pPr>
            <a:lvl2pPr marL="0" indent="0">
              <a:buNone/>
              <a:defRPr sz="2400">
                <a:solidFill>
                  <a:schemeClr val="tx2"/>
                </a:solidFill>
              </a:defRPr>
            </a:lvl2pPr>
            <a:lvl3pPr marL="0" indent="0">
              <a:buNone/>
              <a:defRPr sz="2400">
                <a:solidFill>
                  <a:schemeClr val="tx2"/>
                </a:solidFill>
              </a:defRPr>
            </a:lvl3pPr>
            <a:lvl4pPr marL="0" indent="0">
              <a:buNone/>
              <a:defRPr sz="2400">
                <a:solidFill>
                  <a:schemeClr val="tx2"/>
                </a:solidFill>
              </a:defRPr>
            </a:lvl4pPr>
            <a:lvl5pPr marL="0" indent="0">
              <a:buNone/>
              <a:defRPr sz="2400">
                <a:solidFill>
                  <a:schemeClr val="tx2"/>
                </a:solidFill>
              </a:defRPr>
            </a:lvl5pPr>
          </a:lstStyle>
          <a:p>
            <a:pPr lvl="0" rtl="0"/>
            <a:r>
              <a:rPr lang="fr-FR" noProof="0"/>
              <a:t>Cliquer pour ajouter du texte</a:t>
            </a:r>
          </a:p>
        </p:txBody>
      </p:sp>
      <p:sp>
        <p:nvSpPr>
          <p:cNvPr id="44" name="Espace réservé d’image 42">
            <a:extLst>
              <a:ext uri="{FF2B5EF4-FFF2-40B4-BE49-F238E27FC236}">
                <a16:creationId xmlns:a16="http://schemas.microsoft.com/office/drawing/2014/main" id="{32195099-4E20-48F3-8272-F12592AD44FC}"/>
              </a:ext>
            </a:extLst>
          </p:cNvPr>
          <p:cNvSpPr>
            <a:spLocks noGrp="1"/>
          </p:cNvSpPr>
          <p:nvPr>
            <p:ph type="pic" sz="quarter" idx="13" hasCustomPrompt="1"/>
          </p:nvPr>
        </p:nvSpPr>
        <p:spPr>
          <a:xfrm>
            <a:off x="6619875" y="725487"/>
            <a:ext cx="5388490" cy="5519467"/>
          </a:xfrm>
          <a:prstGeom prst="rect">
            <a:avLst/>
          </a:prstGeom>
        </p:spPr>
        <p:txBody>
          <a:bodyPr rtlCol="0"/>
          <a:lstStyle>
            <a:lvl1pPr marL="0" indent="0" algn="ctr">
              <a:buNone/>
              <a:defRPr/>
            </a:lvl1pPr>
          </a:lstStyle>
          <a:p>
            <a:pPr rtl="0"/>
            <a:r>
              <a:rPr lang="fr-FR" noProof="0"/>
              <a:t>Insérer une photo ici</a:t>
            </a:r>
          </a:p>
        </p:txBody>
      </p:sp>
      <p:sp>
        <p:nvSpPr>
          <p:cNvPr id="39" name="Espace réservé de la date 3">
            <a:extLst>
              <a:ext uri="{FF2B5EF4-FFF2-40B4-BE49-F238E27FC236}">
                <a16:creationId xmlns:a16="http://schemas.microsoft.com/office/drawing/2014/main" id="{CFCED92E-6EA8-410D-90AD-DF0B229BF33D}"/>
              </a:ext>
            </a:extLst>
          </p:cNvPr>
          <p:cNvSpPr>
            <a:spLocks noGrp="1"/>
          </p:cNvSpPr>
          <p:nvPr>
            <p:ph type="dt" sz="half" idx="10"/>
          </p:nvPr>
        </p:nvSpPr>
        <p:spPr>
          <a:xfrm>
            <a:off x="457200" y="6324600"/>
            <a:ext cx="2560220" cy="365125"/>
          </a:xfrm>
          <a:prstGeom prst="rect">
            <a:avLst/>
          </a:prstGeom>
        </p:spPr>
        <p:txBody>
          <a:bodyPr rtlCol="0" anchor="ctr"/>
          <a:lstStyle>
            <a:lvl1pPr>
              <a:defRPr sz="900" spc="150" baseline="0">
                <a:solidFill>
                  <a:schemeClr val="bg1"/>
                </a:solidFill>
              </a:defRPr>
            </a:lvl1pPr>
          </a:lstStyle>
          <a:p>
            <a:pPr rtl="0"/>
            <a:r>
              <a:rPr lang="fr-FR" noProof="0"/>
              <a:t>02/02/20XX</a:t>
            </a:r>
          </a:p>
        </p:txBody>
      </p:sp>
      <p:sp>
        <p:nvSpPr>
          <p:cNvPr id="40" name="Espace réservé du pied de page 4">
            <a:extLst>
              <a:ext uri="{FF2B5EF4-FFF2-40B4-BE49-F238E27FC236}">
                <a16:creationId xmlns:a16="http://schemas.microsoft.com/office/drawing/2014/main" id="{FC6D7D3E-FCD8-42CA-A1BB-9112B5530576}"/>
              </a:ext>
            </a:extLst>
          </p:cNvPr>
          <p:cNvSpPr>
            <a:spLocks noGrp="1"/>
          </p:cNvSpPr>
          <p:nvPr>
            <p:ph type="ftr" sz="quarter" idx="11"/>
          </p:nvPr>
        </p:nvSpPr>
        <p:spPr>
          <a:xfrm>
            <a:off x="4200861" y="6319838"/>
            <a:ext cx="3982781" cy="365125"/>
          </a:xfrm>
          <a:prstGeom prst="rect">
            <a:avLst/>
          </a:prstGeom>
        </p:spPr>
        <p:txBody>
          <a:bodyPr rtlCol="0" anchor="ctr"/>
          <a:lstStyle>
            <a:lvl1pPr algn="ctr">
              <a:defRPr sz="900" spc="150" baseline="0">
                <a:solidFill>
                  <a:schemeClr val="bg1"/>
                </a:solidFill>
              </a:defRPr>
            </a:lvl1pPr>
          </a:lstStyle>
          <a:p>
            <a:pPr rtl="0"/>
            <a:r>
              <a:rPr lang="fr-FR" noProof="0"/>
              <a:t>TITRE DE LA PRÉSENTATION</a:t>
            </a:r>
          </a:p>
        </p:txBody>
      </p:sp>
      <p:sp>
        <p:nvSpPr>
          <p:cNvPr id="41" name="Espace réservé du numéro de diapositive 5">
            <a:extLst>
              <a:ext uri="{FF2B5EF4-FFF2-40B4-BE49-F238E27FC236}">
                <a16:creationId xmlns:a16="http://schemas.microsoft.com/office/drawing/2014/main" id="{A49CA3E6-DD23-4395-AE34-560EA1122353}"/>
              </a:ext>
            </a:extLst>
          </p:cNvPr>
          <p:cNvSpPr>
            <a:spLocks noGrp="1"/>
          </p:cNvSpPr>
          <p:nvPr>
            <p:ph type="sldNum" sz="quarter" idx="12"/>
          </p:nvPr>
        </p:nvSpPr>
        <p:spPr>
          <a:xfrm>
            <a:off x="11190806" y="6324600"/>
            <a:ext cx="799078" cy="365125"/>
          </a:xfrm>
          <a:prstGeom prst="rect">
            <a:avLst/>
          </a:prstGeom>
        </p:spPr>
        <p:txBody>
          <a:bodyPr rtlCol="0" anchor="ctr"/>
          <a:lstStyle>
            <a:lvl1pPr algn="ctr">
              <a:defRPr sz="900" spc="150" baseline="0">
                <a:solidFill>
                  <a:schemeClr val="bg1"/>
                </a:solidFill>
              </a:defRPr>
            </a:lvl1pPr>
          </a:lstStyle>
          <a:p>
            <a:pPr rtl="0"/>
            <a:fld id="{11A71338-8BA2-4C79-A6C5-5A8E30081D0C}" type="slidenum">
              <a:rPr lang="fr-FR" noProof="0" smtClean="0"/>
              <a:pPr/>
              <a:t>‹N°›</a:t>
            </a:fld>
            <a:endParaRPr lang="fr-FR" noProof="0"/>
          </a:p>
        </p:txBody>
      </p:sp>
    </p:spTree>
    <p:extLst>
      <p:ext uri="{BB962C8B-B14F-4D97-AF65-F5344CB8AC3E}">
        <p14:creationId xmlns:p14="http://schemas.microsoft.com/office/powerpoint/2010/main" val="3948112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aut de section">
    <p:spTree>
      <p:nvGrpSpPr>
        <p:cNvPr id="1" name=""/>
        <p:cNvGrpSpPr/>
        <p:nvPr/>
      </p:nvGrpSpPr>
      <p:grpSpPr>
        <a:xfrm>
          <a:off x="0" y="0"/>
          <a:ext cx="0" cy="0"/>
          <a:chOff x="0" y="0"/>
          <a:chExt cx="0" cy="0"/>
        </a:xfrm>
      </p:grpSpPr>
      <p:sp>
        <p:nvSpPr>
          <p:cNvPr id="46" name="Titre 1">
            <a:extLst>
              <a:ext uri="{FF2B5EF4-FFF2-40B4-BE49-F238E27FC236}">
                <a16:creationId xmlns:a16="http://schemas.microsoft.com/office/drawing/2014/main" id="{0B54C968-9162-4E94-9F00-9921A43337D8}"/>
              </a:ext>
            </a:extLst>
          </p:cNvPr>
          <p:cNvSpPr>
            <a:spLocks noGrp="1"/>
          </p:cNvSpPr>
          <p:nvPr>
            <p:ph type="ctrTitle"/>
          </p:nvPr>
        </p:nvSpPr>
        <p:spPr>
          <a:xfrm>
            <a:off x="-9890" y="1"/>
            <a:ext cx="6168182" cy="6858000"/>
          </a:xfrm>
          <a:custGeom>
            <a:avLst/>
            <a:gdLst>
              <a:gd name="connsiteX0" fmla="*/ 0 w 5115291"/>
              <a:gd name="connsiteY0" fmla="*/ 0 h 6857989"/>
              <a:gd name="connsiteX1" fmla="*/ 5115291 w 5115291"/>
              <a:gd name="connsiteY1" fmla="*/ 0 h 6857989"/>
              <a:gd name="connsiteX2" fmla="*/ 5115291 w 5115291"/>
              <a:gd name="connsiteY2" fmla="*/ 6857989 h 6857989"/>
              <a:gd name="connsiteX3" fmla="*/ 0 w 5115291"/>
              <a:gd name="connsiteY3" fmla="*/ 6857989 h 6857989"/>
              <a:gd name="connsiteX4" fmla="*/ 0 w 5115291"/>
              <a:gd name="connsiteY4" fmla="*/ 0 h 6857989"/>
              <a:gd name="connsiteX0" fmla="*/ 0 w 5115291"/>
              <a:gd name="connsiteY0" fmla="*/ 8467 h 6866456"/>
              <a:gd name="connsiteX1" fmla="*/ 5022158 w 5115291"/>
              <a:gd name="connsiteY1" fmla="*/ 0 h 6866456"/>
              <a:gd name="connsiteX2" fmla="*/ 5115291 w 5115291"/>
              <a:gd name="connsiteY2" fmla="*/ 6866456 h 6866456"/>
              <a:gd name="connsiteX3" fmla="*/ 0 w 5115291"/>
              <a:gd name="connsiteY3" fmla="*/ 6866456 h 6866456"/>
              <a:gd name="connsiteX4" fmla="*/ 0 w 5115291"/>
              <a:gd name="connsiteY4" fmla="*/ 8467 h 6866456"/>
              <a:gd name="connsiteX0" fmla="*/ 0 w 5115291"/>
              <a:gd name="connsiteY0" fmla="*/ 0 h 6857989"/>
              <a:gd name="connsiteX1" fmla="*/ 5013692 w 5115291"/>
              <a:gd name="connsiteY1" fmla="*/ 0 h 6857989"/>
              <a:gd name="connsiteX2" fmla="*/ 5115291 w 5115291"/>
              <a:gd name="connsiteY2" fmla="*/ 6857989 h 6857989"/>
              <a:gd name="connsiteX3" fmla="*/ 0 w 5115291"/>
              <a:gd name="connsiteY3" fmla="*/ 6857989 h 6857989"/>
              <a:gd name="connsiteX4" fmla="*/ 0 w 5115291"/>
              <a:gd name="connsiteY4" fmla="*/ 0 h 6857989"/>
              <a:gd name="connsiteX0" fmla="*/ 0 w 5691024"/>
              <a:gd name="connsiteY0" fmla="*/ 0 h 6857989"/>
              <a:gd name="connsiteX1" fmla="*/ 5013692 w 5691024"/>
              <a:gd name="connsiteY1" fmla="*/ 0 h 6857989"/>
              <a:gd name="connsiteX2" fmla="*/ 5691024 w 5691024"/>
              <a:gd name="connsiteY2" fmla="*/ 3098800 h 6857989"/>
              <a:gd name="connsiteX3" fmla="*/ 5115291 w 5691024"/>
              <a:gd name="connsiteY3" fmla="*/ 6857989 h 6857989"/>
              <a:gd name="connsiteX4" fmla="*/ 0 w 5691024"/>
              <a:gd name="connsiteY4" fmla="*/ 6857989 h 6857989"/>
              <a:gd name="connsiteX5" fmla="*/ 0 w 5691024"/>
              <a:gd name="connsiteY5" fmla="*/ 0 h 6857989"/>
              <a:gd name="connsiteX0" fmla="*/ 0 w 6141720"/>
              <a:gd name="connsiteY0" fmla="*/ 0 h 6857989"/>
              <a:gd name="connsiteX1" fmla="*/ 5013692 w 6141720"/>
              <a:gd name="connsiteY1" fmla="*/ 0 h 6857989"/>
              <a:gd name="connsiteX2" fmla="*/ 5691024 w 6141720"/>
              <a:gd name="connsiteY2" fmla="*/ 3098800 h 6857989"/>
              <a:gd name="connsiteX3" fmla="*/ 6131290 w 6141720"/>
              <a:gd name="connsiteY3" fmla="*/ 5672667 h 6857989"/>
              <a:gd name="connsiteX4" fmla="*/ 5115291 w 6141720"/>
              <a:gd name="connsiteY4" fmla="*/ 6857989 h 6857989"/>
              <a:gd name="connsiteX5" fmla="*/ 0 w 6141720"/>
              <a:gd name="connsiteY5" fmla="*/ 6857989 h 6857989"/>
              <a:gd name="connsiteX6" fmla="*/ 0 w 6141720"/>
              <a:gd name="connsiteY6" fmla="*/ 0 h 6857989"/>
              <a:gd name="connsiteX0" fmla="*/ 0 w 6141720"/>
              <a:gd name="connsiteY0" fmla="*/ 0 h 6857989"/>
              <a:gd name="connsiteX1" fmla="*/ 5013692 w 6141720"/>
              <a:gd name="connsiteY1" fmla="*/ 0 h 6857989"/>
              <a:gd name="connsiteX2" fmla="*/ 5691024 w 6141720"/>
              <a:gd name="connsiteY2" fmla="*/ 3098800 h 6857989"/>
              <a:gd name="connsiteX3" fmla="*/ 6131290 w 6141720"/>
              <a:gd name="connsiteY3" fmla="*/ 5672667 h 6857989"/>
              <a:gd name="connsiteX4" fmla="*/ 5115291 w 6141720"/>
              <a:gd name="connsiteY4" fmla="*/ 6857989 h 6857989"/>
              <a:gd name="connsiteX5" fmla="*/ 0 w 6141720"/>
              <a:gd name="connsiteY5" fmla="*/ 6857989 h 6857989"/>
              <a:gd name="connsiteX6" fmla="*/ 0 w 6141720"/>
              <a:gd name="connsiteY6" fmla="*/ 0 h 6857989"/>
              <a:gd name="connsiteX0" fmla="*/ 0 w 6141720"/>
              <a:gd name="connsiteY0" fmla="*/ 0 h 6857989"/>
              <a:gd name="connsiteX1" fmla="*/ 5013692 w 6141720"/>
              <a:gd name="connsiteY1" fmla="*/ 0 h 6857989"/>
              <a:gd name="connsiteX2" fmla="*/ 5691024 w 6141720"/>
              <a:gd name="connsiteY2" fmla="*/ 3098800 h 6857989"/>
              <a:gd name="connsiteX3" fmla="*/ 6131290 w 6141720"/>
              <a:gd name="connsiteY3" fmla="*/ 5672667 h 6857989"/>
              <a:gd name="connsiteX4" fmla="*/ 5115291 w 6141720"/>
              <a:gd name="connsiteY4" fmla="*/ 6857989 h 6857989"/>
              <a:gd name="connsiteX5" fmla="*/ 0 w 6141720"/>
              <a:gd name="connsiteY5" fmla="*/ 6857989 h 6857989"/>
              <a:gd name="connsiteX6" fmla="*/ 0 w 6141720"/>
              <a:gd name="connsiteY6" fmla="*/ 0 h 6857989"/>
              <a:gd name="connsiteX0" fmla="*/ 0 w 6175182"/>
              <a:gd name="connsiteY0" fmla="*/ 0 h 6857989"/>
              <a:gd name="connsiteX1" fmla="*/ 5013692 w 6175182"/>
              <a:gd name="connsiteY1" fmla="*/ 0 h 6857989"/>
              <a:gd name="connsiteX2" fmla="*/ 5691024 w 6175182"/>
              <a:gd name="connsiteY2" fmla="*/ 3098800 h 6857989"/>
              <a:gd name="connsiteX3" fmla="*/ 6131290 w 6175182"/>
              <a:gd name="connsiteY3" fmla="*/ 5672667 h 6857989"/>
              <a:gd name="connsiteX4" fmla="*/ 5115291 w 6175182"/>
              <a:gd name="connsiteY4" fmla="*/ 6857989 h 6857989"/>
              <a:gd name="connsiteX5" fmla="*/ 0 w 6175182"/>
              <a:gd name="connsiteY5" fmla="*/ 6857989 h 6857989"/>
              <a:gd name="connsiteX6" fmla="*/ 0 w 6175182"/>
              <a:gd name="connsiteY6" fmla="*/ 0 h 6857989"/>
              <a:gd name="connsiteX0" fmla="*/ 0 w 6175182"/>
              <a:gd name="connsiteY0" fmla="*/ 0 h 6857989"/>
              <a:gd name="connsiteX1" fmla="*/ 5013692 w 6175182"/>
              <a:gd name="connsiteY1" fmla="*/ 0 h 6857989"/>
              <a:gd name="connsiteX2" fmla="*/ 5691024 w 6175182"/>
              <a:gd name="connsiteY2" fmla="*/ 3098800 h 6857989"/>
              <a:gd name="connsiteX3" fmla="*/ 6131290 w 6175182"/>
              <a:gd name="connsiteY3" fmla="*/ 5672667 h 6857989"/>
              <a:gd name="connsiteX4" fmla="*/ 5115291 w 6175182"/>
              <a:gd name="connsiteY4" fmla="*/ 6857989 h 6857989"/>
              <a:gd name="connsiteX5" fmla="*/ 0 w 6175182"/>
              <a:gd name="connsiteY5" fmla="*/ 6857989 h 6857989"/>
              <a:gd name="connsiteX6" fmla="*/ 0 w 6175182"/>
              <a:gd name="connsiteY6" fmla="*/ 0 h 6857989"/>
              <a:gd name="connsiteX0" fmla="*/ 0 w 6175182"/>
              <a:gd name="connsiteY0" fmla="*/ 0 h 6866456"/>
              <a:gd name="connsiteX1" fmla="*/ 5013692 w 6175182"/>
              <a:gd name="connsiteY1" fmla="*/ 0 h 6866456"/>
              <a:gd name="connsiteX2" fmla="*/ 5691024 w 6175182"/>
              <a:gd name="connsiteY2" fmla="*/ 3098800 h 6866456"/>
              <a:gd name="connsiteX3" fmla="*/ 6131290 w 6175182"/>
              <a:gd name="connsiteY3" fmla="*/ 5672667 h 6866456"/>
              <a:gd name="connsiteX4" fmla="*/ 5843424 w 6175182"/>
              <a:gd name="connsiteY4" fmla="*/ 6866456 h 6866456"/>
              <a:gd name="connsiteX5" fmla="*/ 0 w 6175182"/>
              <a:gd name="connsiteY5" fmla="*/ 6857989 h 6866456"/>
              <a:gd name="connsiteX6" fmla="*/ 0 w 6175182"/>
              <a:gd name="connsiteY6" fmla="*/ 0 h 6866456"/>
              <a:gd name="connsiteX0" fmla="*/ 0 w 6175182"/>
              <a:gd name="connsiteY0" fmla="*/ 0 h 6866456"/>
              <a:gd name="connsiteX1" fmla="*/ 5013692 w 6175182"/>
              <a:gd name="connsiteY1" fmla="*/ 0 h 6866456"/>
              <a:gd name="connsiteX2" fmla="*/ 5691024 w 6175182"/>
              <a:gd name="connsiteY2" fmla="*/ 3098800 h 6866456"/>
              <a:gd name="connsiteX3" fmla="*/ 6131290 w 6175182"/>
              <a:gd name="connsiteY3" fmla="*/ 5672667 h 6866456"/>
              <a:gd name="connsiteX4" fmla="*/ 5843424 w 6175182"/>
              <a:gd name="connsiteY4" fmla="*/ 6866456 h 6866456"/>
              <a:gd name="connsiteX5" fmla="*/ 0 w 6175182"/>
              <a:gd name="connsiteY5" fmla="*/ 6857989 h 6866456"/>
              <a:gd name="connsiteX6" fmla="*/ 0 w 6175182"/>
              <a:gd name="connsiteY6" fmla="*/ 0 h 6866456"/>
              <a:gd name="connsiteX0" fmla="*/ 0 w 6175182"/>
              <a:gd name="connsiteY0" fmla="*/ 0 h 6866456"/>
              <a:gd name="connsiteX1" fmla="*/ 5013692 w 6175182"/>
              <a:gd name="connsiteY1" fmla="*/ 0 h 6866456"/>
              <a:gd name="connsiteX2" fmla="*/ 5691024 w 6175182"/>
              <a:gd name="connsiteY2" fmla="*/ 3098800 h 6866456"/>
              <a:gd name="connsiteX3" fmla="*/ 6131290 w 6175182"/>
              <a:gd name="connsiteY3" fmla="*/ 5672667 h 6866456"/>
              <a:gd name="connsiteX4" fmla="*/ 5843424 w 6175182"/>
              <a:gd name="connsiteY4" fmla="*/ 6866456 h 6866456"/>
              <a:gd name="connsiteX5" fmla="*/ 0 w 6175182"/>
              <a:gd name="connsiteY5" fmla="*/ 6857989 h 6866456"/>
              <a:gd name="connsiteX6" fmla="*/ 0 w 6175182"/>
              <a:gd name="connsiteY6" fmla="*/ 0 h 6866456"/>
              <a:gd name="connsiteX0" fmla="*/ 0 w 6168182"/>
              <a:gd name="connsiteY0" fmla="*/ 0 h 6866456"/>
              <a:gd name="connsiteX1" fmla="*/ 5013692 w 6168182"/>
              <a:gd name="connsiteY1" fmla="*/ 0 h 6866456"/>
              <a:gd name="connsiteX2" fmla="*/ 5691024 w 6168182"/>
              <a:gd name="connsiteY2" fmla="*/ 3098800 h 6866456"/>
              <a:gd name="connsiteX3" fmla="*/ 6131290 w 6168182"/>
              <a:gd name="connsiteY3" fmla="*/ 5672667 h 6866456"/>
              <a:gd name="connsiteX4" fmla="*/ 5843424 w 6168182"/>
              <a:gd name="connsiteY4" fmla="*/ 6866456 h 6866456"/>
              <a:gd name="connsiteX5" fmla="*/ 0 w 6168182"/>
              <a:gd name="connsiteY5" fmla="*/ 6857989 h 6866456"/>
              <a:gd name="connsiteX6" fmla="*/ 0 w 6168182"/>
              <a:gd name="connsiteY6" fmla="*/ 0 h 686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68182" h="6866456">
                <a:moveTo>
                  <a:pt x="0" y="0"/>
                </a:moveTo>
                <a:lnTo>
                  <a:pt x="5013692" y="0"/>
                </a:lnTo>
                <a:cubicBezTo>
                  <a:pt x="5041915" y="2113844"/>
                  <a:pt x="5392928" y="2241197"/>
                  <a:pt x="5691024" y="3098800"/>
                </a:cubicBezTo>
                <a:cubicBezTo>
                  <a:pt x="6145754" y="4111625"/>
                  <a:pt x="6230068" y="5012267"/>
                  <a:pt x="6131290" y="5672667"/>
                </a:cubicBezTo>
                <a:cubicBezTo>
                  <a:pt x="6035335" y="6070597"/>
                  <a:pt x="5973246" y="6468526"/>
                  <a:pt x="5843424" y="6866456"/>
                </a:cubicBezTo>
                <a:lnTo>
                  <a:pt x="0" y="6857989"/>
                </a:lnTo>
                <a:lnTo>
                  <a:pt x="0" y="0"/>
                </a:lnTo>
                <a:close/>
              </a:path>
            </a:pathLst>
          </a:custGeom>
          <a:solidFill>
            <a:schemeClr val="accent5"/>
          </a:solidFill>
          <a:ln>
            <a:noFill/>
          </a:ln>
        </p:spPr>
        <p:txBody>
          <a:bodyPr lIns="640080" tIns="777240" rtlCol="0"/>
          <a:lstStyle/>
          <a:p>
            <a:pPr algn="l" rtl="0"/>
            <a:r>
              <a:rPr lang="fr-FR" noProof="0">
                <a:solidFill>
                  <a:srgbClr val="FFFFFF"/>
                </a:solidFill>
                <a:effectLst>
                  <a:outerShdw blurRad="38100" dist="38100" dir="2700000" algn="tl">
                    <a:srgbClr val="000000">
                      <a:alpha val="43137"/>
                    </a:srgbClr>
                  </a:outerShdw>
                </a:effectLst>
              </a:rPr>
              <a:t>Modifiez le style du titre</a:t>
            </a:r>
          </a:p>
        </p:txBody>
      </p:sp>
      <p:sp>
        <p:nvSpPr>
          <p:cNvPr id="45" name="Espace réservé d’image 44">
            <a:extLst>
              <a:ext uri="{FF2B5EF4-FFF2-40B4-BE49-F238E27FC236}">
                <a16:creationId xmlns:a16="http://schemas.microsoft.com/office/drawing/2014/main" id="{BA990E7A-F299-4210-97ED-B2240FAF8D7D}"/>
              </a:ext>
            </a:extLst>
          </p:cNvPr>
          <p:cNvSpPr>
            <a:spLocks noGrp="1"/>
          </p:cNvSpPr>
          <p:nvPr>
            <p:ph type="pic" sz="quarter" idx="10" hasCustomPrompt="1"/>
          </p:nvPr>
        </p:nvSpPr>
        <p:spPr>
          <a:xfrm>
            <a:off x="4657725" y="0"/>
            <a:ext cx="7534275" cy="6857999"/>
          </a:xfrm>
          <a:custGeom>
            <a:avLst/>
            <a:gdLst>
              <a:gd name="connsiteX0" fmla="*/ 0 w 7432675"/>
              <a:gd name="connsiteY0" fmla="*/ 6856431 h 6857999"/>
              <a:gd name="connsiteX1" fmla="*/ 1083393 w 7432675"/>
              <a:gd name="connsiteY1" fmla="*/ 6857999 h 6857999"/>
              <a:gd name="connsiteX2" fmla="*/ 0 w 7432675"/>
              <a:gd name="connsiteY2" fmla="*/ 6857999 h 6857999"/>
              <a:gd name="connsiteX3" fmla="*/ 254367 w 7432675"/>
              <a:gd name="connsiteY3" fmla="*/ 0 h 6857999"/>
              <a:gd name="connsiteX4" fmla="*/ 7432675 w 7432675"/>
              <a:gd name="connsiteY4" fmla="*/ 0 h 6857999"/>
              <a:gd name="connsiteX5" fmla="*/ 7432675 w 7432675"/>
              <a:gd name="connsiteY5" fmla="*/ 6857999 h 6857999"/>
              <a:gd name="connsiteX6" fmla="*/ 1084100 w 7432675"/>
              <a:gd name="connsiteY6" fmla="*/ 6857999 h 6857999"/>
              <a:gd name="connsiteX7" fmla="*/ 1170353 w 7432675"/>
              <a:gd name="connsiteY7" fmla="*/ 6559920 h 6857999"/>
              <a:gd name="connsiteX8" fmla="*/ 1371965 w 7432675"/>
              <a:gd name="connsiteY8" fmla="*/ 5665681 h 6857999"/>
              <a:gd name="connsiteX9" fmla="*/ 931699 w 7432675"/>
              <a:gd name="connsiteY9" fmla="*/ 3094984 h 6857999"/>
              <a:gd name="connsiteX10" fmla="*/ 254367 w 7432675"/>
              <a:gd name="connsiteY10"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2675" h="6857999">
                <a:moveTo>
                  <a:pt x="0" y="6856431"/>
                </a:moveTo>
                <a:lnTo>
                  <a:pt x="1083393" y="6857999"/>
                </a:lnTo>
                <a:lnTo>
                  <a:pt x="0" y="6857999"/>
                </a:lnTo>
                <a:close/>
                <a:moveTo>
                  <a:pt x="254367" y="0"/>
                </a:moveTo>
                <a:lnTo>
                  <a:pt x="7432675" y="0"/>
                </a:lnTo>
                <a:lnTo>
                  <a:pt x="7432675" y="6857999"/>
                </a:lnTo>
                <a:lnTo>
                  <a:pt x="1084100" y="6857999"/>
                </a:lnTo>
                <a:lnTo>
                  <a:pt x="1170353" y="6559920"/>
                </a:lnTo>
                <a:cubicBezTo>
                  <a:pt x="1247083" y="6261841"/>
                  <a:pt x="1299999" y="5963761"/>
                  <a:pt x="1371965" y="5665681"/>
                </a:cubicBezTo>
                <a:cubicBezTo>
                  <a:pt x="1470743" y="5006095"/>
                  <a:pt x="1386429" y="4106562"/>
                  <a:pt x="931699" y="3094984"/>
                </a:cubicBezTo>
                <a:cubicBezTo>
                  <a:pt x="633604" y="2238437"/>
                  <a:pt x="282590" y="2111241"/>
                  <a:pt x="254367" y="0"/>
                </a:cubicBezTo>
                <a:close/>
              </a:path>
            </a:pathLst>
          </a:custGeom>
        </p:spPr>
        <p:txBody>
          <a:bodyPr wrap="square" rtlCol="0">
            <a:noAutofit/>
          </a:bodyPr>
          <a:lstStyle>
            <a:lvl1pPr marL="0" indent="0" algn="ctr">
              <a:buNone/>
              <a:defRPr>
                <a:solidFill>
                  <a:schemeClr val="tx1"/>
                </a:solidFill>
              </a:defRPr>
            </a:lvl1pPr>
          </a:lstStyle>
          <a:p>
            <a:pPr rtl="0"/>
            <a:r>
              <a:rPr lang="fr-FR" noProof="0"/>
              <a:t>Insérer une photo ici</a:t>
            </a:r>
          </a:p>
        </p:txBody>
      </p:sp>
      <p:sp>
        <p:nvSpPr>
          <p:cNvPr id="36" name="Sous-titre 2">
            <a:extLst>
              <a:ext uri="{FF2B5EF4-FFF2-40B4-BE49-F238E27FC236}">
                <a16:creationId xmlns:a16="http://schemas.microsoft.com/office/drawing/2014/main" id="{74108930-733F-4442-A067-3D79F6C096BE}"/>
              </a:ext>
            </a:extLst>
          </p:cNvPr>
          <p:cNvSpPr>
            <a:spLocks noGrp="1"/>
          </p:cNvSpPr>
          <p:nvPr>
            <p:ph type="subTitle" idx="1" hasCustomPrompt="1"/>
          </p:nvPr>
        </p:nvSpPr>
        <p:spPr>
          <a:xfrm>
            <a:off x="537410" y="4072044"/>
            <a:ext cx="4567990" cy="1495379"/>
          </a:xfrm>
          <a:prstGeom prst="rect">
            <a:avLst/>
          </a:prstGeom>
        </p:spPr>
        <p:txBody>
          <a:bodyPr rtlCol="0"/>
          <a:lstStyle>
            <a:lvl1pPr marL="0" indent="0">
              <a:lnSpc>
                <a:spcPct val="100000"/>
              </a:lnSpc>
              <a:buNone/>
              <a:defRPr/>
            </a:lvl1pPr>
          </a:lstStyle>
          <a:p>
            <a:pPr algn="l" rtl="0">
              <a:lnSpc>
                <a:spcPct val="110000"/>
              </a:lnSpc>
              <a:tabLst>
                <a:tab pos="4686300" algn="l"/>
              </a:tabLst>
            </a:pPr>
            <a:r>
              <a:rPr lang="fr-FR" sz="2200" noProof="0">
                <a:solidFill>
                  <a:srgbClr val="FFFFFF"/>
                </a:solidFill>
                <a:effectLst>
                  <a:outerShdw blurRad="38100" dist="38100" dir="2700000" algn="tl">
                    <a:srgbClr val="000000">
                      <a:alpha val="43137"/>
                    </a:srgbClr>
                  </a:outerShdw>
                </a:effectLst>
              </a:rPr>
              <a:t>Cliquez pour ajouter un sous-titre</a:t>
            </a:r>
          </a:p>
        </p:txBody>
      </p:sp>
    </p:spTree>
    <p:extLst>
      <p:ext uri="{BB962C8B-B14F-4D97-AF65-F5344CB8AC3E}">
        <p14:creationId xmlns:p14="http://schemas.microsoft.com/office/powerpoint/2010/main" val="1826128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aphique">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1BA840BD-172F-4ADB-A4C1-EA3FB3A68A67}"/>
              </a:ext>
              <a:ext uri="{C183D7F6-B498-43B3-948B-1728B52AA6E4}">
                <adec:decorative xmlns:adec="http://schemas.microsoft.com/office/drawing/2017/decorative" val="1"/>
              </a:ext>
            </a:extLst>
          </p:cNvPr>
          <p:cNvSpPr/>
          <p:nvPr userDrawn="1"/>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3" name="Rectangle 2">
            <a:extLst>
              <a:ext uri="{FF2B5EF4-FFF2-40B4-BE49-F238E27FC236}">
                <a16:creationId xmlns:a16="http://schemas.microsoft.com/office/drawing/2014/main" id="{D0D03E71-B54E-4A6E-A4F8-B6056182446C}"/>
              </a:ext>
              <a:ext uri="{C183D7F6-B498-43B3-948B-1728B52AA6E4}">
                <adec:decorative xmlns:adec="http://schemas.microsoft.com/office/drawing/2017/decorative" val="1"/>
              </a:ext>
            </a:extLst>
          </p:cNvPr>
          <p:cNvSpPr/>
          <p:nvPr userDrawn="1"/>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tx2"/>
              </a:solidFill>
            </a:endParaRPr>
          </a:p>
        </p:txBody>
      </p:sp>
      <p:sp>
        <p:nvSpPr>
          <p:cNvPr id="4" name="Triangle rectangle 3">
            <a:extLst>
              <a:ext uri="{FF2B5EF4-FFF2-40B4-BE49-F238E27FC236}">
                <a16:creationId xmlns:a16="http://schemas.microsoft.com/office/drawing/2014/main" id="{DD6F5FA1-46FA-4429-A549-1D06D0D7D981}"/>
              </a:ext>
              <a:ext uri="{C183D7F6-B498-43B3-948B-1728B52AA6E4}">
                <adec:decorative xmlns:adec="http://schemas.microsoft.com/office/drawing/2017/decorative" val="1"/>
              </a:ext>
            </a:extLst>
          </p:cNvPr>
          <p:cNvSpPr/>
          <p:nvPr userDrawn="1"/>
        </p:nvSpPr>
        <p:spPr>
          <a:xfrm rot="18900000">
            <a:off x="5901199" y="-284145"/>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grpSp>
        <p:nvGrpSpPr>
          <p:cNvPr id="5" name="Groupe 4">
            <a:extLst>
              <a:ext uri="{FF2B5EF4-FFF2-40B4-BE49-F238E27FC236}">
                <a16:creationId xmlns:a16="http://schemas.microsoft.com/office/drawing/2014/main" id="{971BDD7C-B416-481F-A16C-3B14FBB3132F}"/>
              </a:ext>
              <a:ext uri="{C183D7F6-B498-43B3-948B-1728B52AA6E4}">
                <adec:decorative xmlns:adec="http://schemas.microsoft.com/office/drawing/2017/decorative" val="1"/>
              </a:ext>
            </a:extLst>
          </p:cNvPr>
          <p:cNvGrpSpPr/>
          <p:nvPr userDrawn="1"/>
        </p:nvGrpSpPr>
        <p:grpSpPr>
          <a:xfrm>
            <a:off x="0" y="-1"/>
            <a:ext cx="12214827" cy="6858000"/>
            <a:chOff x="-6214" y="-1"/>
            <a:chExt cx="12214827" cy="6858000"/>
          </a:xfrm>
        </p:grpSpPr>
        <p:cxnSp>
          <p:nvCxnSpPr>
            <p:cNvPr id="6" name="Connecteur droit 5">
              <a:extLst>
                <a:ext uri="{FF2B5EF4-FFF2-40B4-BE49-F238E27FC236}">
                  <a16:creationId xmlns:a16="http://schemas.microsoft.com/office/drawing/2014/main" id="{BCB31C5D-A43A-4C38-B74E-9234A84B02E9}"/>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C6244DD8-1D8F-4AA3-A5F5-4298E404A2C8}"/>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4CE3EBC0-4667-4BC6-A9CC-DA103BD5F43C}"/>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BFF8C9D8-06A6-4057-AF4A-E68C2FF52192}"/>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1698C5D6-0CD8-4B0A-9018-E4E8AB06B165}"/>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E5FA1E06-A7E0-4387-B888-01CD139E36C5}"/>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67D7FF7A-6DED-49BA-B18D-C07C47CAC127}"/>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50FB5490-621E-4776-8805-17DC2DEB2B2A}"/>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4EFD8034-FE34-446D-BB83-87D71E740780}"/>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F8094A7D-9F32-4BC1-807A-99DF2F31074F}"/>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57259383-E3EA-4FD9-8ED8-83404582FD54}"/>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AA077C54-7103-434A-AC1C-7F8C94E7DE48}"/>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F6FEA7A7-36E0-418B-B34C-E78BF293A96C}"/>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BC33DAE9-7530-473F-B552-AEFA8FB27772}"/>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EE5A9F99-D683-48ED-A296-1FFD3F21F3A1}"/>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2D183D34-AB5D-4F46-8E22-B01A42D6AC64}"/>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84D26E20-E8AB-4CF7-B688-5BFDFA98C97D}"/>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2D5CACA9-37C6-4659-BECC-9BE92661075C}"/>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D43037EA-282B-48DA-A0BF-8B91F2AB9F1F}"/>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C77A6A28-098B-407A-831E-D7948FE5E23B}"/>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2BF6BC88-7C7A-46D2-ADA4-C76A9305F463}"/>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E47B60D5-0F4B-420A-AB1D-D0294AC71C9E}"/>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33834F93-1811-4CFD-83C0-27A8A4B7C345}"/>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90F437B9-26C4-4229-BB1F-5642B6DFAA0A}"/>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A167DE33-C7E4-48D4-9D60-DDC9998505F3}"/>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3313C28F-6328-443A-8D90-A5449D98ACB1}"/>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F98F2146-C0F1-40F0-8F15-8C43677357E3}"/>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A7712F40-2F4A-4840-9A39-5A5D70CF6FD7}"/>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Connecteur droit 33">
              <a:extLst>
                <a:ext uri="{FF2B5EF4-FFF2-40B4-BE49-F238E27FC236}">
                  <a16:creationId xmlns:a16="http://schemas.microsoft.com/office/drawing/2014/main" id="{80515D50-4076-4227-A8A6-1EB1AFD0ED33}"/>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6B10FFBE-9594-45E8-A55B-2C29EC499487}"/>
              </a:ext>
              <a:ext uri="{C183D7F6-B498-43B3-948B-1728B52AA6E4}">
                <adec:decorative xmlns:adec="http://schemas.microsoft.com/office/drawing/2017/decorative" val="1"/>
              </a:ext>
            </a:extLst>
          </p:cNvPr>
          <p:cNvSpPr/>
          <p:nvPr userDrawn="1"/>
        </p:nvSpPr>
        <p:spPr>
          <a:xfrm>
            <a:off x="198742" y="1839842"/>
            <a:ext cx="11791142" cy="4405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36" name="Titre 1">
            <a:extLst>
              <a:ext uri="{FF2B5EF4-FFF2-40B4-BE49-F238E27FC236}">
                <a16:creationId xmlns:a16="http://schemas.microsoft.com/office/drawing/2014/main" id="{6A6EAAA1-04E1-4507-BB68-77740F2960C1}"/>
              </a:ext>
              <a:ext uri="{C183D7F6-B498-43B3-948B-1728B52AA6E4}">
                <adec:decorative xmlns:adec="http://schemas.microsoft.com/office/drawing/2017/decorative" val="0"/>
              </a:ext>
            </a:extLst>
          </p:cNvPr>
          <p:cNvSpPr>
            <a:spLocks noGrp="1"/>
          </p:cNvSpPr>
          <p:nvPr>
            <p:ph type="title"/>
          </p:nvPr>
        </p:nvSpPr>
        <p:spPr>
          <a:xfrm>
            <a:off x="304804" y="339991"/>
            <a:ext cx="11502142" cy="1499851"/>
          </a:xfrm>
          <a:prstGeom prst="rect">
            <a:avLst/>
          </a:prstGeom>
        </p:spPr>
        <p:txBody>
          <a:bodyPr rtlCol="0" anchor="ctr">
            <a:normAutofit/>
          </a:bodyPr>
          <a:lstStyle>
            <a:lvl1pPr algn="ctr">
              <a:defRPr sz="4400">
                <a:solidFill>
                  <a:schemeClr val="tx1">
                    <a:alpha val="80000"/>
                  </a:schemeClr>
                </a:solidFill>
              </a:defRPr>
            </a:lvl1pPr>
          </a:lstStyle>
          <a:p>
            <a:pPr algn="ctr" rtl="0">
              <a:lnSpc>
                <a:spcPct val="110000"/>
              </a:lnSpc>
            </a:pPr>
            <a:r>
              <a:rPr lang="fr-FR" noProof="0">
                <a:solidFill>
                  <a:schemeClr val="tx2">
                    <a:alpha val="80000"/>
                  </a:schemeClr>
                </a:solidFill>
                <a:cs typeface="Posterama" panose="020B0504020200020000" pitchFamily="34" charset="0"/>
              </a:rPr>
              <a:t>Modifiez le style du titre</a:t>
            </a:r>
          </a:p>
        </p:txBody>
      </p:sp>
      <p:sp>
        <p:nvSpPr>
          <p:cNvPr id="38" name="Espace réservé du contenu 37">
            <a:extLst>
              <a:ext uri="{FF2B5EF4-FFF2-40B4-BE49-F238E27FC236}">
                <a16:creationId xmlns:a16="http://schemas.microsoft.com/office/drawing/2014/main" id="{A3DF4F51-7BE0-4413-AE23-64539333639A}"/>
              </a:ext>
            </a:extLst>
          </p:cNvPr>
          <p:cNvSpPr>
            <a:spLocks noGrp="1"/>
          </p:cNvSpPr>
          <p:nvPr>
            <p:ph sz="quarter" idx="13" hasCustomPrompt="1"/>
          </p:nvPr>
        </p:nvSpPr>
        <p:spPr>
          <a:xfrm>
            <a:off x="839788" y="2124075"/>
            <a:ext cx="10512425" cy="3906838"/>
          </a:xfrm>
          <a:prstGeom prst="rect">
            <a:avLst/>
          </a:prstGeom>
        </p:spPr>
        <p:txBody>
          <a:bodyPr rtlCol="0"/>
          <a:lstStyle>
            <a:lvl1pPr marL="0" indent="0">
              <a:buNone/>
              <a:defRPr sz="2000">
                <a:solidFill>
                  <a:schemeClr val="tx1"/>
                </a:solidFill>
              </a:defRPr>
            </a:lvl1pPr>
            <a:lvl2pPr marL="0" indent="0">
              <a:buNone/>
              <a:defRPr sz="1800">
                <a:solidFill>
                  <a:schemeClr val="tx1"/>
                </a:solidFill>
              </a:defRPr>
            </a:lvl2pPr>
            <a:lvl3pPr marL="0" indent="0">
              <a:buNone/>
              <a:defRPr sz="1600">
                <a:solidFill>
                  <a:schemeClr val="tx1"/>
                </a:solidFill>
              </a:defRPr>
            </a:lvl3pPr>
            <a:lvl4pPr marL="0" indent="0">
              <a:buNone/>
              <a:defRPr sz="1400">
                <a:solidFill>
                  <a:schemeClr val="tx1"/>
                </a:solidFill>
              </a:defRPr>
            </a:lvl4pPr>
            <a:lvl5pPr marL="0" indent="0">
              <a:buNone/>
              <a:defRPr sz="1400">
                <a:solidFill>
                  <a:schemeClr val="tx1"/>
                </a:solidFill>
              </a:defRPr>
            </a:lvl5pPr>
          </a:lstStyle>
          <a:p>
            <a:pPr lvl="0" rtl="0"/>
            <a:r>
              <a:rPr lang="fr-FR" noProof="0"/>
              <a:t>Cliquer pour ajouter du contenu</a:t>
            </a:r>
          </a:p>
        </p:txBody>
      </p:sp>
      <p:sp>
        <p:nvSpPr>
          <p:cNvPr id="40" name="Espace réservé de la date 3">
            <a:extLst>
              <a:ext uri="{FF2B5EF4-FFF2-40B4-BE49-F238E27FC236}">
                <a16:creationId xmlns:a16="http://schemas.microsoft.com/office/drawing/2014/main" id="{523D1252-F7F4-4FB8-950F-8E4B712E27C1}"/>
              </a:ext>
            </a:extLst>
          </p:cNvPr>
          <p:cNvSpPr>
            <a:spLocks noGrp="1"/>
          </p:cNvSpPr>
          <p:nvPr>
            <p:ph type="dt" sz="half" idx="10"/>
          </p:nvPr>
        </p:nvSpPr>
        <p:spPr>
          <a:xfrm>
            <a:off x="457200" y="6324600"/>
            <a:ext cx="2560220" cy="365125"/>
          </a:xfrm>
          <a:prstGeom prst="rect">
            <a:avLst/>
          </a:prstGeom>
        </p:spPr>
        <p:txBody>
          <a:bodyPr rtlCol="0" anchor="ctr"/>
          <a:lstStyle>
            <a:lvl1pPr>
              <a:defRPr sz="900" spc="150" baseline="0">
                <a:solidFill>
                  <a:schemeClr val="tx1"/>
                </a:solidFill>
              </a:defRPr>
            </a:lvl1pPr>
          </a:lstStyle>
          <a:p>
            <a:pPr rtl="0"/>
            <a:r>
              <a:rPr lang="fr-FR" noProof="0"/>
              <a:t>02/02/20XX</a:t>
            </a:r>
          </a:p>
        </p:txBody>
      </p:sp>
      <p:sp>
        <p:nvSpPr>
          <p:cNvPr id="41" name="Espace réservé du pied de page 4">
            <a:extLst>
              <a:ext uri="{FF2B5EF4-FFF2-40B4-BE49-F238E27FC236}">
                <a16:creationId xmlns:a16="http://schemas.microsoft.com/office/drawing/2014/main" id="{F83A4E74-05AF-4A1F-A4D9-6EF4B285C271}"/>
              </a:ext>
            </a:extLst>
          </p:cNvPr>
          <p:cNvSpPr>
            <a:spLocks noGrp="1"/>
          </p:cNvSpPr>
          <p:nvPr>
            <p:ph type="ftr" sz="quarter" idx="11"/>
          </p:nvPr>
        </p:nvSpPr>
        <p:spPr>
          <a:xfrm>
            <a:off x="4200861" y="6319838"/>
            <a:ext cx="3982781" cy="365125"/>
          </a:xfrm>
          <a:prstGeom prst="rect">
            <a:avLst/>
          </a:prstGeom>
        </p:spPr>
        <p:txBody>
          <a:bodyPr rtlCol="0" anchor="ctr"/>
          <a:lstStyle>
            <a:lvl1pPr algn="ctr">
              <a:defRPr sz="900" spc="150" baseline="0">
                <a:solidFill>
                  <a:schemeClr val="tx1"/>
                </a:solidFill>
              </a:defRPr>
            </a:lvl1pPr>
          </a:lstStyle>
          <a:p>
            <a:pPr rtl="0"/>
            <a:r>
              <a:rPr lang="fr-FR" noProof="0"/>
              <a:t>TITRE DE LA PRÉSENTATION</a:t>
            </a:r>
          </a:p>
        </p:txBody>
      </p:sp>
      <p:sp>
        <p:nvSpPr>
          <p:cNvPr id="42" name="Espace réservé du numéro de diapositive 5">
            <a:extLst>
              <a:ext uri="{FF2B5EF4-FFF2-40B4-BE49-F238E27FC236}">
                <a16:creationId xmlns:a16="http://schemas.microsoft.com/office/drawing/2014/main" id="{0E42BF9C-AE51-478A-B770-1FB2E0831E0D}"/>
              </a:ext>
            </a:extLst>
          </p:cNvPr>
          <p:cNvSpPr>
            <a:spLocks noGrp="1"/>
          </p:cNvSpPr>
          <p:nvPr>
            <p:ph type="sldNum" sz="quarter" idx="12"/>
          </p:nvPr>
        </p:nvSpPr>
        <p:spPr>
          <a:xfrm>
            <a:off x="11190806" y="6324600"/>
            <a:ext cx="799078" cy="365125"/>
          </a:xfrm>
          <a:prstGeom prst="rect">
            <a:avLst/>
          </a:prstGeom>
        </p:spPr>
        <p:txBody>
          <a:bodyPr rtlCol="0" anchor="ctr"/>
          <a:lstStyle>
            <a:lvl1pPr algn="ctr">
              <a:defRPr sz="900" spc="150" baseline="0">
                <a:solidFill>
                  <a:schemeClr val="tx1"/>
                </a:solidFill>
              </a:defRPr>
            </a:lvl1pPr>
          </a:lstStyle>
          <a:p>
            <a:pPr rtl="0"/>
            <a:fld id="{11A71338-8BA2-4C79-A6C5-5A8E30081D0C}" type="slidenum">
              <a:rPr lang="fr-FR" noProof="0" smtClean="0"/>
              <a:pPr/>
              <a:t>‹N°›</a:t>
            </a:fld>
            <a:endParaRPr lang="fr-FR" noProof="0"/>
          </a:p>
        </p:txBody>
      </p:sp>
    </p:spTree>
    <p:extLst>
      <p:ext uri="{BB962C8B-B14F-4D97-AF65-F5344CB8AC3E}">
        <p14:creationId xmlns:p14="http://schemas.microsoft.com/office/powerpoint/2010/main" val="230080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au">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14214285-E69B-44FA-8F37-3B82B332A01D}"/>
              </a:ext>
              <a:ext uri="{C183D7F6-B498-43B3-948B-1728B52AA6E4}">
                <adec:decorative xmlns:adec="http://schemas.microsoft.com/office/drawing/2017/decorative" val="1"/>
              </a:ext>
            </a:extLst>
          </p:cNvPr>
          <p:cNvSpPr/>
          <p:nvPr userDrawn="1"/>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3" name="Rectangle 2">
            <a:extLst>
              <a:ext uri="{FF2B5EF4-FFF2-40B4-BE49-F238E27FC236}">
                <a16:creationId xmlns:a16="http://schemas.microsoft.com/office/drawing/2014/main" id="{48A3C966-52CB-4916-B4BA-FF672A06457C}"/>
              </a:ext>
              <a:ext uri="{C183D7F6-B498-43B3-948B-1728B52AA6E4}">
                <adec:decorative xmlns:adec="http://schemas.microsoft.com/office/drawing/2017/decorative" val="1"/>
              </a:ext>
            </a:extLst>
          </p:cNvPr>
          <p:cNvSpPr/>
          <p:nvPr userDrawn="1"/>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4" name="Triangle rectangle 3">
            <a:extLst>
              <a:ext uri="{FF2B5EF4-FFF2-40B4-BE49-F238E27FC236}">
                <a16:creationId xmlns:a16="http://schemas.microsoft.com/office/drawing/2014/main" id="{CB4C4AFF-B140-4B74-98E9-8E0DBC2D11FF}"/>
              </a:ext>
              <a:ext uri="{C183D7F6-B498-43B3-948B-1728B52AA6E4}">
                <adec:decorative xmlns:adec="http://schemas.microsoft.com/office/drawing/2017/decorative" val="1"/>
              </a:ext>
            </a:extLst>
          </p:cNvPr>
          <p:cNvSpPr/>
          <p:nvPr userDrawn="1"/>
        </p:nvSpPr>
        <p:spPr>
          <a:xfrm rot="18900000">
            <a:off x="5901199" y="-284145"/>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grpSp>
        <p:nvGrpSpPr>
          <p:cNvPr id="5" name="Groupe 4">
            <a:extLst>
              <a:ext uri="{FF2B5EF4-FFF2-40B4-BE49-F238E27FC236}">
                <a16:creationId xmlns:a16="http://schemas.microsoft.com/office/drawing/2014/main" id="{CE8265C3-9975-474C-9EC6-1865EDA8BC92}"/>
              </a:ext>
              <a:ext uri="{C183D7F6-B498-43B3-948B-1728B52AA6E4}">
                <adec:decorative xmlns:adec="http://schemas.microsoft.com/office/drawing/2017/decorative" val="1"/>
              </a:ext>
            </a:extLst>
          </p:cNvPr>
          <p:cNvGrpSpPr/>
          <p:nvPr userDrawn="1"/>
        </p:nvGrpSpPr>
        <p:grpSpPr>
          <a:xfrm>
            <a:off x="0" y="-1"/>
            <a:ext cx="12214827" cy="6858000"/>
            <a:chOff x="-6214" y="-1"/>
            <a:chExt cx="12214827" cy="6858000"/>
          </a:xfrm>
        </p:grpSpPr>
        <p:cxnSp>
          <p:nvCxnSpPr>
            <p:cNvPr id="6" name="Connecteur droit 5">
              <a:extLst>
                <a:ext uri="{FF2B5EF4-FFF2-40B4-BE49-F238E27FC236}">
                  <a16:creationId xmlns:a16="http://schemas.microsoft.com/office/drawing/2014/main" id="{430252D8-1C62-46C0-BAAF-2D16620E3F2B}"/>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3FDBCA84-EA87-46AE-8031-A5D0D41767C3}"/>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3D233BD8-AAA6-4B1E-997F-C2EDAB752A52}"/>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447343BE-C40B-42DF-9412-19CFE586E634}"/>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8FB20094-175C-4954-AC21-B3DF7A29FD9B}"/>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1CB5AAC6-CAF7-49AB-868B-96216F48F522}"/>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9B4F6A36-B3CB-477C-8DC4-27974A6E6AB0}"/>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74710AA7-7038-4AA1-BF59-5F70CD51DC85}"/>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FB32F850-461E-4AFE-8859-EF590175A8D8}"/>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358594BA-77A7-4C7A-89BB-094E0EEC9072}"/>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6144C66B-6345-41CE-87F1-9835625D215F}"/>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476F4275-9BB8-482F-B133-0A4409246900}"/>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CF48B500-CA83-4484-AD8A-B2D2D070AC29}"/>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60090DED-C809-419C-B282-4CF2C023C03B}"/>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07812DB4-DFE4-4544-B138-17181A0765EB}"/>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BB7C4281-5CEE-4DDC-A1C3-643D462CF979}"/>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967C4728-2C62-4235-A5E5-C1BC3E3A7D9B}"/>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5A6AFA3C-432C-422E-8648-0294B214BD4F}"/>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B3AB0C1E-8902-4F27-9C8B-4EAD269CB020}"/>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514D8F3C-E2CF-4B21-8A75-F7E2C934190B}"/>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973221B9-91B2-4BEA-A3AE-41740B0ED3D5}"/>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C378359E-9B9D-46E3-8C5F-50F2DDC78B30}"/>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0C909D46-962B-42D0-B061-0E7496E67E18}"/>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EBA859C6-92B5-4DD3-A147-73B1350FF3C7}"/>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1926E7FA-BD78-40EC-BD71-DD58D0410E5D}"/>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0CC56267-308A-47A2-9533-FA19C9ECCDCE}"/>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AB57300A-1BE1-4257-AB52-6BBDA69F19D5}"/>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9722AA96-3A9B-4BE2-B7A3-D4B32EF3D46B}"/>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Connecteur droit 33">
              <a:extLst>
                <a:ext uri="{FF2B5EF4-FFF2-40B4-BE49-F238E27FC236}">
                  <a16:creationId xmlns:a16="http://schemas.microsoft.com/office/drawing/2014/main" id="{6BD30F02-803D-4FDF-AA50-E6144C01D805}"/>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5" name="Rectangle 34">
            <a:extLst>
              <a:ext uri="{FF2B5EF4-FFF2-40B4-BE49-F238E27FC236}">
                <a16:creationId xmlns:a16="http://schemas.microsoft.com/office/drawing/2014/main" id="{9E5E795C-10D5-4BFA-AFD1-F1128D94FCD0}"/>
              </a:ext>
              <a:ext uri="{C183D7F6-B498-43B3-948B-1728B52AA6E4}">
                <adec:decorative xmlns:adec="http://schemas.microsoft.com/office/drawing/2017/decorative" val="1"/>
              </a:ext>
            </a:extLst>
          </p:cNvPr>
          <p:cNvSpPr/>
          <p:nvPr userDrawn="1"/>
        </p:nvSpPr>
        <p:spPr>
          <a:xfrm>
            <a:off x="198742" y="1839842"/>
            <a:ext cx="11791142" cy="4405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36" name="Titre 1">
            <a:extLst>
              <a:ext uri="{FF2B5EF4-FFF2-40B4-BE49-F238E27FC236}">
                <a16:creationId xmlns:a16="http://schemas.microsoft.com/office/drawing/2014/main" id="{4CBDD123-7FC3-4DB0-9740-BA9F7A8BF0F9}"/>
              </a:ext>
              <a:ext uri="{C183D7F6-B498-43B3-948B-1728B52AA6E4}">
                <adec:decorative xmlns:adec="http://schemas.microsoft.com/office/drawing/2017/decorative" val="0"/>
              </a:ext>
            </a:extLst>
          </p:cNvPr>
          <p:cNvSpPr>
            <a:spLocks noGrp="1"/>
          </p:cNvSpPr>
          <p:nvPr>
            <p:ph type="title"/>
          </p:nvPr>
        </p:nvSpPr>
        <p:spPr>
          <a:xfrm>
            <a:off x="304804" y="339991"/>
            <a:ext cx="11502142" cy="1499851"/>
          </a:xfrm>
          <a:prstGeom prst="rect">
            <a:avLst/>
          </a:prstGeom>
        </p:spPr>
        <p:txBody>
          <a:bodyPr rtlCol="0" anchor="ctr">
            <a:normAutofit/>
          </a:bodyPr>
          <a:lstStyle>
            <a:lvl1pPr algn="ctr">
              <a:defRPr sz="4400">
                <a:solidFill>
                  <a:schemeClr val="tx1">
                    <a:alpha val="80000"/>
                  </a:schemeClr>
                </a:solidFill>
              </a:defRPr>
            </a:lvl1pPr>
          </a:lstStyle>
          <a:p>
            <a:pPr algn="ctr" rtl="0">
              <a:lnSpc>
                <a:spcPct val="110000"/>
              </a:lnSpc>
            </a:pPr>
            <a:r>
              <a:rPr lang="fr-FR" noProof="0">
                <a:solidFill>
                  <a:schemeClr val="tx2">
                    <a:alpha val="80000"/>
                  </a:schemeClr>
                </a:solidFill>
                <a:cs typeface="Posterama" panose="020B0504020200020000" pitchFamily="34" charset="0"/>
              </a:rPr>
              <a:t>Modifiez le style du titre</a:t>
            </a:r>
          </a:p>
        </p:txBody>
      </p:sp>
      <p:sp>
        <p:nvSpPr>
          <p:cNvPr id="37" name="Espace réservé de la date 3">
            <a:extLst>
              <a:ext uri="{FF2B5EF4-FFF2-40B4-BE49-F238E27FC236}">
                <a16:creationId xmlns:a16="http://schemas.microsoft.com/office/drawing/2014/main" id="{24199D58-7108-494B-8A84-EB5906E2606D}"/>
              </a:ext>
            </a:extLst>
          </p:cNvPr>
          <p:cNvSpPr>
            <a:spLocks noGrp="1"/>
          </p:cNvSpPr>
          <p:nvPr>
            <p:ph type="dt" sz="half" idx="10"/>
          </p:nvPr>
        </p:nvSpPr>
        <p:spPr>
          <a:xfrm>
            <a:off x="457200" y="6324600"/>
            <a:ext cx="2560220" cy="365125"/>
          </a:xfrm>
          <a:prstGeom prst="rect">
            <a:avLst/>
          </a:prstGeom>
        </p:spPr>
        <p:txBody>
          <a:bodyPr rtlCol="0" anchor="ctr"/>
          <a:lstStyle>
            <a:lvl1pPr>
              <a:defRPr sz="900" spc="150" baseline="0">
                <a:solidFill>
                  <a:schemeClr val="tx1"/>
                </a:solidFill>
              </a:defRPr>
            </a:lvl1pPr>
          </a:lstStyle>
          <a:p>
            <a:pPr rtl="0"/>
            <a:r>
              <a:rPr lang="fr-FR" noProof="0"/>
              <a:t>02/02/20XX</a:t>
            </a:r>
          </a:p>
        </p:txBody>
      </p:sp>
      <p:sp>
        <p:nvSpPr>
          <p:cNvPr id="38" name="Espace réservé du pied de page 4">
            <a:extLst>
              <a:ext uri="{FF2B5EF4-FFF2-40B4-BE49-F238E27FC236}">
                <a16:creationId xmlns:a16="http://schemas.microsoft.com/office/drawing/2014/main" id="{3AAF141C-063A-4050-A290-B4B15D7D975F}"/>
              </a:ext>
            </a:extLst>
          </p:cNvPr>
          <p:cNvSpPr>
            <a:spLocks noGrp="1"/>
          </p:cNvSpPr>
          <p:nvPr>
            <p:ph type="ftr" sz="quarter" idx="11"/>
          </p:nvPr>
        </p:nvSpPr>
        <p:spPr>
          <a:xfrm>
            <a:off x="4200861" y="6319838"/>
            <a:ext cx="3982781" cy="365125"/>
          </a:xfrm>
          <a:prstGeom prst="rect">
            <a:avLst/>
          </a:prstGeom>
        </p:spPr>
        <p:txBody>
          <a:bodyPr rtlCol="0" anchor="ctr"/>
          <a:lstStyle>
            <a:lvl1pPr algn="ctr">
              <a:defRPr sz="900" spc="150" baseline="0">
                <a:solidFill>
                  <a:schemeClr val="tx1"/>
                </a:solidFill>
              </a:defRPr>
            </a:lvl1pPr>
          </a:lstStyle>
          <a:p>
            <a:pPr rtl="0"/>
            <a:r>
              <a:rPr lang="fr-FR" noProof="0"/>
              <a:t>TITRE DE LA PRÉSENTATION</a:t>
            </a:r>
          </a:p>
        </p:txBody>
      </p:sp>
      <p:sp>
        <p:nvSpPr>
          <p:cNvPr id="39" name="Espace réservé du numéro de diapositive 5">
            <a:extLst>
              <a:ext uri="{FF2B5EF4-FFF2-40B4-BE49-F238E27FC236}">
                <a16:creationId xmlns:a16="http://schemas.microsoft.com/office/drawing/2014/main" id="{A3C23607-1575-4DAD-BCAD-E0DEAE79F25E}"/>
              </a:ext>
            </a:extLst>
          </p:cNvPr>
          <p:cNvSpPr>
            <a:spLocks noGrp="1"/>
          </p:cNvSpPr>
          <p:nvPr>
            <p:ph type="sldNum" sz="quarter" idx="12"/>
          </p:nvPr>
        </p:nvSpPr>
        <p:spPr>
          <a:xfrm>
            <a:off x="11190806" y="6324600"/>
            <a:ext cx="799078" cy="365125"/>
          </a:xfrm>
          <a:prstGeom prst="rect">
            <a:avLst/>
          </a:prstGeom>
        </p:spPr>
        <p:txBody>
          <a:bodyPr rtlCol="0" anchor="ctr"/>
          <a:lstStyle>
            <a:lvl1pPr algn="ctr">
              <a:defRPr sz="900" spc="150" baseline="0">
                <a:solidFill>
                  <a:schemeClr val="tx1"/>
                </a:solidFill>
              </a:defRPr>
            </a:lvl1pPr>
          </a:lstStyle>
          <a:p>
            <a:pPr rtl="0"/>
            <a:fld id="{11A71338-8BA2-4C79-A6C5-5A8E30081D0C}" type="slidenum">
              <a:rPr lang="fr-FR" noProof="0" smtClean="0"/>
              <a:pPr/>
              <a:t>‹N°›</a:t>
            </a:fld>
            <a:endParaRPr lang="fr-FR" noProof="0"/>
          </a:p>
        </p:txBody>
      </p:sp>
      <p:sp>
        <p:nvSpPr>
          <p:cNvPr id="43" name="Espace réservé du contenu 37">
            <a:extLst>
              <a:ext uri="{FF2B5EF4-FFF2-40B4-BE49-F238E27FC236}">
                <a16:creationId xmlns:a16="http://schemas.microsoft.com/office/drawing/2014/main" id="{64C5BEB3-C2F1-4083-B518-6A3C5E3D91C4}"/>
              </a:ext>
            </a:extLst>
          </p:cNvPr>
          <p:cNvSpPr>
            <a:spLocks noGrp="1"/>
          </p:cNvSpPr>
          <p:nvPr>
            <p:ph sz="quarter" idx="13" hasCustomPrompt="1"/>
          </p:nvPr>
        </p:nvSpPr>
        <p:spPr>
          <a:xfrm>
            <a:off x="1285461" y="2419525"/>
            <a:ext cx="9621076" cy="3334804"/>
          </a:xfrm>
          <a:prstGeom prst="rect">
            <a:avLst/>
          </a:prstGeom>
        </p:spPr>
        <p:txBody>
          <a:bodyPr rtlCol="0"/>
          <a:lstStyle>
            <a:lvl1pPr marL="0" indent="0">
              <a:buNone/>
              <a:defRPr sz="2000">
                <a:solidFill>
                  <a:schemeClr val="tx1"/>
                </a:solidFill>
              </a:defRPr>
            </a:lvl1pPr>
            <a:lvl2pPr marL="0" indent="0">
              <a:buNone/>
              <a:defRPr sz="1800">
                <a:solidFill>
                  <a:schemeClr val="tx1"/>
                </a:solidFill>
              </a:defRPr>
            </a:lvl2pPr>
            <a:lvl3pPr marL="0" indent="0">
              <a:buNone/>
              <a:defRPr sz="1600">
                <a:solidFill>
                  <a:schemeClr val="tx1"/>
                </a:solidFill>
              </a:defRPr>
            </a:lvl3pPr>
            <a:lvl4pPr marL="0" indent="0">
              <a:buNone/>
              <a:defRPr sz="1400">
                <a:solidFill>
                  <a:schemeClr val="tx1"/>
                </a:solidFill>
              </a:defRPr>
            </a:lvl4pPr>
            <a:lvl5pPr marL="0" indent="0">
              <a:buNone/>
              <a:defRPr sz="1400">
                <a:solidFill>
                  <a:schemeClr val="tx1"/>
                </a:solidFill>
              </a:defRPr>
            </a:lvl5pPr>
          </a:lstStyle>
          <a:p>
            <a:pPr lvl="0" rtl="0"/>
            <a:r>
              <a:rPr lang="fr-FR" noProof="0"/>
              <a:t>Cliquer pour ajouter du contenu</a:t>
            </a:r>
          </a:p>
        </p:txBody>
      </p:sp>
    </p:spTree>
    <p:extLst>
      <p:ext uri="{BB962C8B-B14F-4D97-AF65-F5344CB8AC3E}">
        <p14:creationId xmlns:p14="http://schemas.microsoft.com/office/powerpoint/2010/main" val="3354855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tion">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A0A1C8BA-EE32-4677-A0DB-E8B4A9367ACA}"/>
              </a:ext>
              <a:ext uri="{C183D7F6-B498-43B3-948B-1728B52AA6E4}">
                <adec:decorative xmlns:adec="http://schemas.microsoft.com/office/drawing/2017/decorative" val="1"/>
              </a:ext>
            </a:extLst>
          </p:cNvPr>
          <p:cNvSpPr/>
          <p:nvPr userDrawn="1"/>
        </p:nvSpPr>
        <p:spPr>
          <a:xfrm>
            <a:off x="0" y="0"/>
            <a:ext cx="12192000" cy="6858000"/>
          </a:xfrm>
          <a:prstGeom prst="rect">
            <a:avLst/>
          </a:prstGeom>
          <a:ln w="3848" cap="flat">
            <a:noFill/>
            <a:prstDash val="solid"/>
            <a:miter/>
          </a:ln>
          <a:effectLst/>
        </p:spPr>
        <p:txBody>
          <a:bodyPr rtlCol="0" anchor="ctr"/>
          <a:lstStyle/>
          <a:p>
            <a:pPr rtl="0"/>
            <a:endParaRPr lang="fr-FR" noProof="0">
              <a:solidFill>
                <a:schemeClr val="tx1"/>
              </a:solidFill>
            </a:endParaRPr>
          </a:p>
        </p:txBody>
      </p:sp>
      <p:sp>
        <p:nvSpPr>
          <p:cNvPr id="44" name="Espace réservé d’image 43">
            <a:extLst>
              <a:ext uri="{FF2B5EF4-FFF2-40B4-BE49-F238E27FC236}">
                <a16:creationId xmlns:a16="http://schemas.microsoft.com/office/drawing/2014/main" id="{5579473C-4A97-4174-B0C4-C4B3192B7406}"/>
              </a:ext>
            </a:extLst>
          </p:cNvPr>
          <p:cNvSpPr>
            <a:spLocks noGrp="1"/>
          </p:cNvSpPr>
          <p:nvPr>
            <p:ph type="pic" sz="quarter" idx="13" hasCustomPrompt="1"/>
          </p:nvPr>
        </p:nvSpPr>
        <p:spPr>
          <a:xfrm>
            <a:off x="0" y="0"/>
            <a:ext cx="12192000" cy="6858000"/>
          </a:xfrm>
          <a:prstGeom prst="rect">
            <a:avLst/>
          </a:prstGeom>
        </p:spPr>
        <p:txBody>
          <a:bodyPr rtlCol="0" anchor="ctr"/>
          <a:lstStyle>
            <a:lvl1pPr marL="0" indent="0" algn="ctr">
              <a:buNone/>
              <a:defRPr/>
            </a:lvl1pPr>
          </a:lstStyle>
          <a:p>
            <a:pPr rtl="0"/>
            <a:r>
              <a:rPr lang="fr-FR" noProof="0"/>
              <a:t>Insérer une photo ici</a:t>
            </a:r>
          </a:p>
        </p:txBody>
      </p:sp>
      <p:sp>
        <p:nvSpPr>
          <p:cNvPr id="35" name="Titre 1">
            <a:extLst>
              <a:ext uri="{FF2B5EF4-FFF2-40B4-BE49-F238E27FC236}">
                <a16:creationId xmlns:a16="http://schemas.microsoft.com/office/drawing/2014/main" id="{31A29B09-9725-4A06-8144-D0350E24878C}"/>
              </a:ext>
            </a:extLst>
          </p:cNvPr>
          <p:cNvSpPr>
            <a:spLocks noGrp="1"/>
          </p:cNvSpPr>
          <p:nvPr>
            <p:ph type="ctrTitle"/>
          </p:nvPr>
        </p:nvSpPr>
        <p:spPr>
          <a:xfrm>
            <a:off x="12192" y="-1"/>
            <a:ext cx="12167616" cy="3278531"/>
          </a:xfrm>
          <a:custGeom>
            <a:avLst/>
            <a:gdLst>
              <a:gd name="connsiteX0" fmla="*/ 0 w 12167616"/>
              <a:gd name="connsiteY0" fmla="*/ 0 h 3048002"/>
              <a:gd name="connsiteX1" fmla="*/ 12167616 w 12167616"/>
              <a:gd name="connsiteY1" fmla="*/ 0 h 3048002"/>
              <a:gd name="connsiteX2" fmla="*/ 12167616 w 12167616"/>
              <a:gd name="connsiteY2" fmla="*/ 3048002 h 3048002"/>
              <a:gd name="connsiteX3" fmla="*/ 0 w 12167616"/>
              <a:gd name="connsiteY3" fmla="*/ 3048002 h 3048002"/>
              <a:gd name="connsiteX4" fmla="*/ 0 w 12167616"/>
              <a:gd name="connsiteY4" fmla="*/ 0 h 3048002"/>
              <a:gd name="connsiteX0" fmla="*/ 0 w 12167616"/>
              <a:gd name="connsiteY0" fmla="*/ 0 h 3276633"/>
              <a:gd name="connsiteX1" fmla="*/ 12167616 w 12167616"/>
              <a:gd name="connsiteY1" fmla="*/ 0 h 3276633"/>
              <a:gd name="connsiteX2" fmla="*/ 12167616 w 12167616"/>
              <a:gd name="connsiteY2" fmla="*/ 3048002 h 3276633"/>
              <a:gd name="connsiteX3" fmla="*/ 3226308 w 12167616"/>
              <a:gd name="connsiteY3" fmla="*/ 3276602 h 3276633"/>
              <a:gd name="connsiteX4" fmla="*/ 0 w 12167616"/>
              <a:gd name="connsiteY4" fmla="*/ 3048002 h 3276633"/>
              <a:gd name="connsiteX5" fmla="*/ 0 w 12167616"/>
              <a:gd name="connsiteY5" fmla="*/ 0 h 3276633"/>
              <a:gd name="connsiteX0" fmla="*/ 0 w 12167616"/>
              <a:gd name="connsiteY0" fmla="*/ 0 h 3277205"/>
              <a:gd name="connsiteX1" fmla="*/ 12167616 w 12167616"/>
              <a:gd name="connsiteY1" fmla="*/ 0 h 3277205"/>
              <a:gd name="connsiteX2" fmla="*/ 12167616 w 12167616"/>
              <a:gd name="connsiteY2" fmla="*/ 3048002 h 3277205"/>
              <a:gd name="connsiteX3" fmla="*/ 7493508 w 12167616"/>
              <a:gd name="connsiteY3" fmla="*/ 2819402 h 3277205"/>
              <a:gd name="connsiteX4" fmla="*/ 3226308 w 12167616"/>
              <a:gd name="connsiteY4" fmla="*/ 3276602 h 3277205"/>
              <a:gd name="connsiteX5" fmla="*/ 0 w 12167616"/>
              <a:gd name="connsiteY5" fmla="*/ 3048002 h 3277205"/>
              <a:gd name="connsiteX6" fmla="*/ 0 w 12167616"/>
              <a:gd name="connsiteY6" fmla="*/ 0 h 3277205"/>
              <a:gd name="connsiteX0" fmla="*/ 0 w 12167616"/>
              <a:gd name="connsiteY0" fmla="*/ 0 h 3277205"/>
              <a:gd name="connsiteX1" fmla="*/ 12167616 w 12167616"/>
              <a:gd name="connsiteY1" fmla="*/ 0 h 3277205"/>
              <a:gd name="connsiteX2" fmla="*/ 12158091 w 12167616"/>
              <a:gd name="connsiteY2" fmla="*/ 2495552 h 3277205"/>
              <a:gd name="connsiteX3" fmla="*/ 7493508 w 12167616"/>
              <a:gd name="connsiteY3" fmla="*/ 2819402 h 3277205"/>
              <a:gd name="connsiteX4" fmla="*/ 3226308 w 12167616"/>
              <a:gd name="connsiteY4" fmla="*/ 3276602 h 3277205"/>
              <a:gd name="connsiteX5" fmla="*/ 0 w 12167616"/>
              <a:gd name="connsiteY5" fmla="*/ 3048002 h 3277205"/>
              <a:gd name="connsiteX6" fmla="*/ 0 w 12167616"/>
              <a:gd name="connsiteY6" fmla="*/ 0 h 3277205"/>
              <a:gd name="connsiteX0" fmla="*/ 0 w 12167616"/>
              <a:gd name="connsiteY0" fmla="*/ 0 h 3277205"/>
              <a:gd name="connsiteX1" fmla="*/ 12167616 w 12167616"/>
              <a:gd name="connsiteY1" fmla="*/ 0 h 3277205"/>
              <a:gd name="connsiteX2" fmla="*/ 12158091 w 12167616"/>
              <a:gd name="connsiteY2" fmla="*/ 2495552 h 3277205"/>
              <a:gd name="connsiteX3" fmla="*/ 7493508 w 12167616"/>
              <a:gd name="connsiteY3" fmla="*/ 2819402 h 3277205"/>
              <a:gd name="connsiteX4" fmla="*/ 3226308 w 12167616"/>
              <a:gd name="connsiteY4" fmla="*/ 3276602 h 3277205"/>
              <a:gd name="connsiteX5" fmla="*/ 0 w 12167616"/>
              <a:gd name="connsiteY5" fmla="*/ 3048002 h 3277205"/>
              <a:gd name="connsiteX6" fmla="*/ 0 w 12167616"/>
              <a:gd name="connsiteY6" fmla="*/ 0 h 3277205"/>
              <a:gd name="connsiteX0" fmla="*/ 0 w 12167616"/>
              <a:gd name="connsiteY0" fmla="*/ 0 h 3277205"/>
              <a:gd name="connsiteX1" fmla="*/ 12167616 w 12167616"/>
              <a:gd name="connsiteY1" fmla="*/ 0 h 3277205"/>
              <a:gd name="connsiteX2" fmla="*/ 12158091 w 12167616"/>
              <a:gd name="connsiteY2" fmla="*/ 2495552 h 3277205"/>
              <a:gd name="connsiteX3" fmla="*/ 7493508 w 12167616"/>
              <a:gd name="connsiteY3" fmla="*/ 2819402 h 3277205"/>
              <a:gd name="connsiteX4" fmla="*/ 3226308 w 12167616"/>
              <a:gd name="connsiteY4" fmla="*/ 3276602 h 3277205"/>
              <a:gd name="connsiteX5" fmla="*/ 0 w 12167616"/>
              <a:gd name="connsiteY5" fmla="*/ 3048002 h 3277205"/>
              <a:gd name="connsiteX6" fmla="*/ 0 w 12167616"/>
              <a:gd name="connsiteY6" fmla="*/ 0 h 3277205"/>
              <a:gd name="connsiteX0" fmla="*/ 0 w 12167616"/>
              <a:gd name="connsiteY0" fmla="*/ 0 h 3277912"/>
              <a:gd name="connsiteX1" fmla="*/ 12167616 w 12167616"/>
              <a:gd name="connsiteY1" fmla="*/ 0 h 3277912"/>
              <a:gd name="connsiteX2" fmla="*/ 12158091 w 12167616"/>
              <a:gd name="connsiteY2" fmla="*/ 2495552 h 3277912"/>
              <a:gd name="connsiteX3" fmla="*/ 7493508 w 12167616"/>
              <a:gd name="connsiteY3" fmla="*/ 2819402 h 3277912"/>
              <a:gd name="connsiteX4" fmla="*/ 3226308 w 12167616"/>
              <a:gd name="connsiteY4" fmla="*/ 3276602 h 3277912"/>
              <a:gd name="connsiteX5" fmla="*/ 0 w 12167616"/>
              <a:gd name="connsiteY5" fmla="*/ 3048002 h 3277912"/>
              <a:gd name="connsiteX6" fmla="*/ 0 w 12167616"/>
              <a:gd name="connsiteY6" fmla="*/ 0 h 3277912"/>
              <a:gd name="connsiteX0" fmla="*/ 0 w 12167616"/>
              <a:gd name="connsiteY0" fmla="*/ 0 h 3278531"/>
              <a:gd name="connsiteX1" fmla="*/ 12167616 w 12167616"/>
              <a:gd name="connsiteY1" fmla="*/ 0 h 3278531"/>
              <a:gd name="connsiteX2" fmla="*/ 12158091 w 12167616"/>
              <a:gd name="connsiteY2" fmla="*/ 2495552 h 3278531"/>
              <a:gd name="connsiteX3" fmla="*/ 7493508 w 12167616"/>
              <a:gd name="connsiteY3" fmla="*/ 2819402 h 3278531"/>
              <a:gd name="connsiteX4" fmla="*/ 3226308 w 12167616"/>
              <a:gd name="connsiteY4" fmla="*/ 3276602 h 3278531"/>
              <a:gd name="connsiteX5" fmla="*/ 0 w 12167616"/>
              <a:gd name="connsiteY5" fmla="*/ 3048002 h 3278531"/>
              <a:gd name="connsiteX6" fmla="*/ 0 w 12167616"/>
              <a:gd name="connsiteY6" fmla="*/ 0 h 3278531"/>
              <a:gd name="connsiteX0" fmla="*/ 0 w 12167616"/>
              <a:gd name="connsiteY0" fmla="*/ 0 h 3278531"/>
              <a:gd name="connsiteX1" fmla="*/ 12167616 w 12167616"/>
              <a:gd name="connsiteY1" fmla="*/ 0 h 3278531"/>
              <a:gd name="connsiteX2" fmla="*/ 12158091 w 12167616"/>
              <a:gd name="connsiteY2" fmla="*/ 2495552 h 3278531"/>
              <a:gd name="connsiteX3" fmla="*/ 7493508 w 12167616"/>
              <a:gd name="connsiteY3" fmla="*/ 2819402 h 3278531"/>
              <a:gd name="connsiteX4" fmla="*/ 3226308 w 12167616"/>
              <a:gd name="connsiteY4" fmla="*/ 3276602 h 3278531"/>
              <a:gd name="connsiteX5" fmla="*/ 0 w 12167616"/>
              <a:gd name="connsiteY5" fmla="*/ 3048002 h 3278531"/>
              <a:gd name="connsiteX6" fmla="*/ 0 w 12167616"/>
              <a:gd name="connsiteY6" fmla="*/ 0 h 3278531"/>
              <a:gd name="connsiteX0" fmla="*/ 0 w 12167616"/>
              <a:gd name="connsiteY0" fmla="*/ 0 h 3278531"/>
              <a:gd name="connsiteX1" fmla="*/ 12167616 w 12167616"/>
              <a:gd name="connsiteY1" fmla="*/ 0 h 3278531"/>
              <a:gd name="connsiteX2" fmla="*/ 12158091 w 12167616"/>
              <a:gd name="connsiteY2" fmla="*/ 2495552 h 3278531"/>
              <a:gd name="connsiteX3" fmla="*/ 7493508 w 12167616"/>
              <a:gd name="connsiteY3" fmla="*/ 2819402 h 3278531"/>
              <a:gd name="connsiteX4" fmla="*/ 3226308 w 12167616"/>
              <a:gd name="connsiteY4" fmla="*/ 3276602 h 3278531"/>
              <a:gd name="connsiteX5" fmla="*/ 0 w 12167616"/>
              <a:gd name="connsiteY5" fmla="*/ 3048002 h 3278531"/>
              <a:gd name="connsiteX6" fmla="*/ 0 w 12167616"/>
              <a:gd name="connsiteY6" fmla="*/ 0 h 327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7616" h="3278531">
                <a:moveTo>
                  <a:pt x="0" y="0"/>
                </a:moveTo>
                <a:lnTo>
                  <a:pt x="12167616" y="0"/>
                </a:lnTo>
                <a:lnTo>
                  <a:pt x="12158091" y="2495552"/>
                </a:lnTo>
                <a:cubicBezTo>
                  <a:pt x="11077448" y="2460627"/>
                  <a:pt x="8936101" y="2571752"/>
                  <a:pt x="7493508" y="2819402"/>
                </a:cubicBezTo>
                <a:cubicBezTo>
                  <a:pt x="5984240" y="3009902"/>
                  <a:pt x="5107051" y="3305177"/>
                  <a:pt x="3226308" y="3276602"/>
                </a:cubicBezTo>
                <a:cubicBezTo>
                  <a:pt x="1579372" y="3257552"/>
                  <a:pt x="1046861" y="3171827"/>
                  <a:pt x="0" y="3048002"/>
                </a:cubicBezTo>
                <a:lnTo>
                  <a:pt x="0" y="0"/>
                </a:lnTo>
                <a:close/>
              </a:path>
            </a:pathLst>
          </a:custGeom>
          <a:solidFill>
            <a:schemeClr val="accent5">
              <a:alpha val="60000"/>
            </a:schemeClr>
          </a:solidFill>
        </p:spPr>
        <p:txBody>
          <a:bodyPr lIns="1600200" tIns="731520" rIns="731520" rtlCol="0"/>
          <a:lstStyle>
            <a:lvl1pPr algn="l">
              <a:defRPr sz="4400" baseline="0">
                <a:effectLst>
                  <a:outerShdw blurRad="50800" dist="38100" dir="2700000" algn="tl" rotWithShape="0">
                    <a:prstClr val="black">
                      <a:alpha val="40000"/>
                    </a:prstClr>
                  </a:outerShdw>
                </a:effectLst>
              </a:defRPr>
            </a:lvl1pPr>
          </a:lstStyle>
          <a:p>
            <a:pPr rtl="0"/>
            <a:r>
              <a:rPr lang="fr-FR" noProof="0">
                <a:solidFill>
                  <a:srgbClr val="FFFFFF"/>
                </a:solidFill>
                <a:effectLst>
                  <a:outerShdw blurRad="38100" dist="38100" dir="2700000" algn="tl">
                    <a:srgbClr val="000000">
                      <a:alpha val="43137"/>
                    </a:srgbClr>
                  </a:outerShdw>
                </a:effectLst>
              </a:rPr>
              <a:t>Modifiez le style du titre</a:t>
            </a:r>
          </a:p>
        </p:txBody>
      </p:sp>
      <p:sp>
        <p:nvSpPr>
          <p:cNvPr id="36" name="Sous-titre 2">
            <a:extLst>
              <a:ext uri="{FF2B5EF4-FFF2-40B4-BE49-F238E27FC236}">
                <a16:creationId xmlns:a16="http://schemas.microsoft.com/office/drawing/2014/main" id="{0BC153F2-4F90-4C1D-9840-7ED0BE6CC071}"/>
              </a:ext>
            </a:extLst>
          </p:cNvPr>
          <p:cNvSpPr>
            <a:spLocks noGrp="1"/>
          </p:cNvSpPr>
          <p:nvPr>
            <p:ph type="subTitle" idx="1" hasCustomPrompt="1"/>
          </p:nvPr>
        </p:nvSpPr>
        <p:spPr>
          <a:xfrm>
            <a:off x="1571625" y="2057400"/>
            <a:ext cx="9144000" cy="697889"/>
          </a:xfrm>
          <a:prstGeom prst="rect">
            <a:avLst/>
          </a:prstGeom>
        </p:spPr>
        <p:txBody>
          <a:bodyPr rtlCol="0"/>
          <a:lstStyle>
            <a:lvl1pPr marL="0" indent="0">
              <a:lnSpc>
                <a:spcPct val="100000"/>
              </a:lnSpc>
              <a:buNone/>
              <a:defRPr sz="3200">
                <a:effectLst>
                  <a:outerShdw blurRad="50800" dist="38100" dir="2700000" algn="tl" rotWithShape="0">
                    <a:prstClr val="black">
                      <a:alpha val="40000"/>
                    </a:prstClr>
                  </a:outerShdw>
                </a:effectLst>
              </a:defRPr>
            </a:lvl1pPr>
          </a:lstStyle>
          <a:p>
            <a:pPr rtl="0">
              <a:lnSpc>
                <a:spcPct val="110000"/>
              </a:lnSpc>
              <a:tabLst>
                <a:tab pos="4686300" algn="l"/>
              </a:tabLst>
            </a:pPr>
            <a:r>
              <a:rPr lang="fr-FR" sz="2200" noProof="0">
                <a:solidFill>
                  <a:srgbClr val="FFFFFF"/>
                </a:solidFill>
                <a:effectLst>
                  <a:outerShdw blurRad="38100" dist="38100" dir="2700000" algn="tl">
                    <a:srgbClr val="000000">
                      <a:alpha val="43137"/>
                    </a:srgbClr>
                  </a:outerShdw>
                </a:effectLst>
              </a:rPr>
              <a:t>Cliquez pour ajouter un sous-titre</a:t>
            </a:r>
          </a:p>
        </p:txBody>
      </p:sp>
      <p:sp>
        <p:nvSpPr>
          <p:cNvPr id="40" name="Espace réservé de la date 3">
            <a:extLst>
              <a:ext uri="{FF2B5EF4-FFF2-40B4-BE49-F238E27FC236}">
                <a16:creationId xmlns:a16="http://schemas.microsoft.com/office/drawing/2014/main" id="{16DF808F-D351-410D-9F2D-398F16508341}"/>
              </a:ext>
            </a:extLst>
          </p:cNvPr>
          <p:cNvSpPr>
            <a:spLocks noGrp="1"/>
          </p:cNvSpPr>
          <p:nvPr>
            <p:ph type="dt" sz="half" idx="10"/>
          </p:nvPr>
        </p:nvSpPr>
        <p:spPr>
          <a:xfrm>
            <a:off x="457200" y="6324600"/>
            <a:ext cx="2560220" cy="365125"/>
          </a:xfrm>
          <a:prstGeom prst="rect">
            <a:avLst/>
          </a:prstGeom>
        </p:spPr>
        <p:txBody>
          <a:bodyPr rtlCol="0" anchor="ctr"/>
          <a:lstStyle>
            <a:lvl1pPr>
              <a:defRPr sz="900" spc="150" baseline="0">
                <a:solidFill>
                  <a:schemeClr val="tx1"/>
                </a:solidFill>
              </a:defRPr>
            </a:lvl1pPr>
          </a:lstStyle>
          <a:p>
            <a:pPr rtl="0"/>
            <a:r>
              <a:rPr lang="fr-FR" noProof="0"/>
              <a:t>02/02/20XX</a:t>
            </a:r>
          </a:p>
        </p:txBody>
      </p:sp>
      <p:sp>
        <p:nvSpPr>
          <p:cNvPr id="41" name="Espace réservé du pied de page 4">
            <a:extLst>
              <a:ext uri="{FF2B5EF4-FFF2-40B4-BE49-F238E27FC236}">
                <a16:creationId xmlns:a16="http://schemas.microsoft.com/office/drawing/2014/main" id="{5CBDF859-0E53-403F-BDF5-D2ACFDE0F0DC}"/>
              </a:ext>
            </a:extLst>
          </p:cNvPr>
          <p:cNvSpPr>
            <a:spLocks noGrp="1"/>
          </p:cNvSpPr>
          <p:nvPr>
            <p:ph type="ftr" sz="quarter" idx="11"/>
          </p:nvPr>
        </p:nvSpPr>
        <p:spPr>
          <a:xfrm>
            <a:off x="4200861" y="6319838"/>
            <a:ext cx="3982781" cy="365125"/>
          </a:xfrm>
          <a:prstGeom prst="rect">
            <a:avLst/>
          </a:prstGeom>
        </p:spPr>
        <p:txBody>
          <a:bodyPr rtlCol="0" anchor="ctr"/>
          <a:lstStyle>
            <a:lvl1pPr algn="ctr">
              <a:defRPr sz="900" spc="150" baseline="0">
                <a:solidFill>
                  <a:schemeClr val="tx1"/>
                </a:solidFill>
              </a:defRPr>
            </a:lvl1pPr>
          </a:lstStyle>
          <a:p>
            <a:pPr rtl="0"/>
            <a:r>
              <a:rPr lang="fr-FR" noProof="0"/>
              <a:t>TITRE DE LA PRÉSENTATION</a:t>
            </a:r>
          </a:p>
        </p:txBody>
      </p:sp>
      <p:sp>
        <p:nvSpPr>
          <p:cNvPr id="42" name="Espace réservé du numéro de diapositive 5">
            <a:extLst>
              <a:ext uri="{FF2B5EF4-FFF2-40B4-BE49-F238E27FC236}">
                <a16:creationId xmlns:a16="http://schemas.microsoft.com/office/drawing/2014/main" id="{6C783243-E8EE-43A9-8751-47F28258C851}"/>
              </a:ext>
            </a:extLst>
          </p:cNvPr>
          <p:cNvSpPr>
            <a:spLocks noGrp="1"/>
          </p:cNvSpPr>
          <p:nvPr>
            <p:ph type="sldNum" sz="quarter" idx="12"/>
          </p:nvPr>
        </p:nvSpPr>
        <p:spPr>
          <a:xfrm>
            <a:off x="11190806" y="6324600"/>
            <a:ext cx="799078" cy="365125"/>
          </a:xfrm>
          <a:prstGeom prst="rect">
            <a:avLst/>
          </a:prstGeom>
        </p:spPr>
        <p:txBody>
          <a:bodyPr rtlCol="0" anchor="ctr"/>
          <a:lstStyle>
            <a:lvl1pPr algn="ctr">
              <a:defRPr sz="900" spc="150" baseline="0">
                <a:solidFill>
                  <a:schemeClr val="tx1"/>
                </a:solidFill>
              </a:defRPr>
            </a:lvl1pPr>
          </a:lstStyle>
          <a:p>
            <a:pPr rtl="0"/>
            <a:fld id="{11A71338-8BA2-4C79-A6C5-5A8E30081D0C}" type="slidenum">
              <a:rPr lang="fr-FR" noProof="0" smtClean="0"/>
              <a:pPr/>
              <a:t>‹N°›</a:t>
            </a:fld>
            <a:endParaRPr lang="fr-FR" noProof="0"/>
          </a:p>
        </p:txBody>
      </p:sp>
    </p:spTree>
    <p:extLst>
      <p:ext uri="{BB962C8B-B14F-4D97-AF65-F5344CB8AC3E}">
        <p14:creationId xmlns:p14="http://schemas.microsoft.com/office/powerpoint/2010/main" val="1756474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Équip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F8AECF-5A92-463B-BA47-0FCC18460F23}"/>
              </a:ext>
              <a:ext uri="{C183D7F6-B498-43B3-948B-1728B52AA6E4}">
                <adec:decorative xmlns:adec="http://schemas.microsoft.com/office/drawing/2017/decorative" val="1"/>
              </a:ext>
            </a:extLst>
          </p:cNvPr>
          <p:cNvSpPr/>
          <p:nvPr userDrawn="1"/>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3" name="Rectangle 2">
            <a:extLst>
              <a:ext uri="{FF2B5EF4-FFF2-40B4-BE49-F238E27FC236}">
                <a16:creationId xmlns:a16="http://schemas.microsoft.com/office/drawing/2014/main" id="{93EE04FB-7154-40A4-B450-6D374EEA1D49}"/>
              </a:ext>
              <a:ext uri="{C183D7F6-B498-43B3-948B-1728B52AA6E4}">
                <adec:decorative xmlns:adec="http://schemas.microsoft.com/office/drawing/2017/decorative" val="1"/>
              </a:ext>
            </a:extLst>
          </p:cNvPr>
          <p:cNvSpPr/>
          <p:nvPr userDrawn="1"/>
        </p:nvSpPr>
        <p:spPr>
          <a:xfrm>
            <a:off x="0" y="-2"/>
            <a:ext cx="12208613"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4" name="Triangle rectangle 3">
            <a:extLst>
              <a:ext uri="{FF2B5EF4-FFF2-40B4-BE49-F238E27FC236}">
                <a16:creationId xmlns:a16="http://schemas.microsoft.com/office/drawing/2014/main" id="{9CC78B40-9FD9-446A-B45F-300105F793C2}"/>
              </a:ext>
              <a:ext uri="{C183D7F6-B498-43B3-948B-1728B52AA6E4}">
                <adec:decorative xmlns:adec="http://schemas.microsoft.com/office/drawing/2017/decorative" val="1"/>
              </a:ext>
            </a:extLst>
          </p:cNvPr>
          <p:cNvSpPr/>
          <p:nvPr userDrawn="1"/>
        </p:nvSpPr>
        <p:spPr>
          <a:xfrm rot="13500000">
            <a:off x="-284145" y="5174205"/>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grpSp>
        <p:nvGrpSpPr>
          <p:cNvPr id="5" name="Groupe 4">
            <a:extLst>
              <a:ext uri="{FF2B5EF4-FFF2-40B4-BE49-F238E27FC236}">
                <a16:creationId xmlns:a16="http://schemas.microsoft.com/office/drawing/2014/main" id="{530379A0-5C8C-401F-999E-853BBE819ED7}"/>
              </a:ext>
              <a:ext uri="{C183D7F6-B498-43B3-948B-1728B52AA6E4}">
                <adec:decorative xmlns:adec="http://schemas.microsoft.com/office/drawing/2017/decorative" val="1"/>
              </a:ext>
            </a:extLst>
          </p:cNvPr>
          <p:cNvGrpSpPr/>
          <p:nvPr userDrawn="1"/>
        </p:nvGrpSpPr>
        <p:grpSpPr>
          <a:xfrm>
            <a:off x="-6214" y="-1"/>
            <a:ext cx="12214827" cy="6858000"/>
            <a:chOff x="-6214" y="-1"/>
            <a:chExt cx="12214827" cy="6858000"/>
          </a:xfrm>
        </p:grpSpPr>
        <p:cxnSp>
          <p:nvCxnSpPr>
            <p:cNvPr id="6" name="Connecteur droit 5">
              <a:extLst>
                <a:ext uri="{FF2B5EF4-FFF2-40B4-BE49-F238E27FC236}">
                  <a16:creationId xmlns:a16="http://schemas.microsoft.com/office/drawing/2014/main" id="{6BAD8CB8-0B8F-4FFC-9B53-0A25A6D8C271}"/>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A06EB755-19BC-4135-AC9E-216BD9EFBC78}"/>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FABBCDE1-ED90-46D4-A54F-8DF75E6355D9}"/>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617EE92D-999B-42DC-AE5F-C0EF864B3A76}"/>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0D2D8FEC-E645-4653-AED1-8AC4726539B8}"/>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D24F2FD6-0640-4CC1-8BC0-943E18377221}"/>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53428DDD-12A7-460B-812A-8B399DB06E80}"/>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D5338223-5FF2-41AC-983B-2579BF283589}"/>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205BC773-8A9D-4A41-AB44-232E27D97A01}"/>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8C44602-D29E-4377-8B26-1026454E539F}"/>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62256972-09FB-4BB3-9C4C-E3B88A018FBA}"/>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0134E892-CE91-40D7-92B3-CDD7EC5FA953}"/>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87C3F8A2-919C-48E1-80E9-3CE46ED50A89}"/>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5F8EAB05-F7F8-4E3A-90CA-1F649D8F75C3}"/>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3DEB4BDA-07F6-406A-9F3D-B698C40621E2}"/>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07F9A11A-092D-46B1-9A4A-1D4B6EA5ACB5}"/>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0001BAA7-FA74-4D23-BA66-9B69F5C93BFA}"/>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C9A5E888-F108-4A4B-8F5C-BDDA111A2C24}"/>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D6BEBDE4-B729-4E11-BF86-C230F3E43ED3}"/>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D89A8680-5A41-4BF5-8D16-9527D5255B52}"/>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6CECFD79-4E24-4938-B106-D35D6B7557A4}"/>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DCA81B51-2EF6-40AB-90F9-7BCBEBEAA09C}"/>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95BAA676-23D8-4C3F-852F-187DC2B66BF0}"/>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CA6E4405-CD90-4F7F-85B0-08CF800D99CB}"/>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8DD2B8C8-4CC0-425C-9E23-15300BEF5BEA}"/>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E84B1743-F5A2-44CC-A085-7DF4AD9F9FDC}"/>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C31D2A5C-768C-44BE-BCC2-DE75C8D36665}"/>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F4196A7A-2609-45EB-A922-866317428BAD}"/>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Connecteur droit 33">
              <a:extLst>
                <a:ext uri="{FF2B5EF4-FFF2-40B4-BE49-F238E27FC236}">
                  <a16:creationId xmlns:a16="http://schemas.microsoft.com/office/drawing/2014/main" id="{653E6B24-2886-472E-9BCF-702135CB99E5}"/>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5" name="Organigramme : Document 8">
            <a:extLst>
              <a:ext uri="{FF2B5EF4-FFF2-40B4-BE49-F238E27FC236}">
                <a16:creationId xmlns:a16="http://schemas.microsoft.com/office/drawing/2014/main" id="{8950255A-61D7-40B8-81A8-E5551BC999C0}"/>
              </a:ext>
              <a:ext uri="{C183D7F6-B498-43B3-948B-1728B52AA6E4}">
                <adec:decorative xmlns:adec="http://schemas.microsoft.com/office/drawing/2017/decorative" val="1"/>
              </a:ext>
            </a:extLst>
          </p:cNvPr>
          <p:cNvSpPr/>
          <p:nvPr userDrawn="1"/>
        </p:nvSpPr>
        <p:spPr>
          <a:xfrm>
            <a:off x="-6214" y="-31894"/>
            <a:ext cx="12214827" cy="4760619"/>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 name="connsiteX0" fmla="*/ 17 w 21656"/>
              <a:gd name="connsiteY0" fmla="*/ 147 h 47742"/>
              <a:gd name="connsiteX1" fmla="*/ 21637 w 21656"/>
              <a:gd name="connsiteY1" fmla="*/ 0 h 47742"/>
              <a:gd name="connsiteX2" fmla="*/ 21656 w 21656"/>
              <a:gd name="connsiteY2" fmla="*/ 43796 h 47742"/>
              <a:gd name="connsiteX3" fmla="*/ 0 w 21656"/>
              <a:gd name="connsiteY3" fmla="*/ 46582 h 47742"/>
              <a:gd name="connsiteX4" fmla="*/ 17 w 21656"/>
              <a:gd name="connsiteY4" fmla="*/ 147 h 47742"/>
              <a:gd name="connsiteX0" fmla="*/ 17 w 21663"/>
              <a:gd name="connsiteY0" fmla="*/ 73 h 47668"/>
              <a:gd name="connsiteX1" fmla="*/ 21663 w 21663"/>
              <a:gd name="connsiteY1" fmla="*/ 0 h 47668"/>
              <a:gd name="connsiteX2" fmla="*/ 21656 w 21663"/>
              <a:gd name="connsiteY2" fmla="*/ 43722 h 47668"/>
              <a:gd name="connsiteX3" fmla="*/ 0 w 21663"/>
              <a:gd name="connsiteY3" fmla="*/ 46508 h 47668"/>
              <a:gd name="connsiteX4" fmla="*/ 17 w 21663"/>
              <a:gd name="connsiteY4" fmla="*/ 73 h 47668"/>
              <a:gd name="connsiteX0" fmla="*/ 5 w 21671"/>
              <a:gd name="connsiteY0" fmla="*/ 73 h 47668"/>
              <a:gd name="connsiteX1" fmla="*/ 21671 w 21671"/>
              <a:gd name="connsiteY1" fmla="*/ 0 h 47668"/>
              <a:gd name="connsiteX2" fmla="*/ 21664 w 21671"/>
              <a:gd name="connsiteY2" fmla="*/ 43722 h 47668"/>
              <a:gd name="connsiteX3" fmla="*/ 8 w 21671"/>
              <a:gd name="connsiteY3" fmla="*/ 46508 h 47668"/>
              <a:gd name="connsiteX4" fmla="*/ 5 w 21671"/>
              <a:gd name="connsiteY4" fmla="*/ 73 h 47668"/>
              <a:gd name="connsiteX0" fmla="*/ 5 w 21671"/>
              <a:gd name="connsiteY0" fmla="*/ 73 h 47668"/>
              <a:gd name="connsiteX1" fmla="*/ 21671 w 21671"/>
              <a:gd name="connsiteY1" fmla="*/ 0 h 47668"/>
              <a:gd name="connsiteX2" fmla="*/ 21670 w 21671"/>
              <a:gd name="connsiteY2" fmla="*/ 43722 h 47668"/>
              <a:gd name="connsiteX3" fmla="*/ 8 w 21671"/>
              <a:gd name="connsiteY3" fmla="*/ 46508 h 47668"/>
              <a:gd name="connsiteX4" fmla="*/ 5 w 21671"/>
              <a:gd name="connsiteY4" fmla="*/ 73 h 47668"/>
              <a:gd name="connsiteX0" fmla="*/ 4 w 21676"/>
              <a:gd name="connsiteY0" fmla="*/ 0 h 47722"/>
              <a:gd name="connsiteX1" fmla="*/ 21676 w 21676"/>
              <a:gd name="connsiteY1" fmla="*/ 54 h 47722"/>
              <a:gd name="connsiteX2" fmla="*/ 21675 w 21676"/>
              <a:gd name="connsiteY2" fmla="*/ 43776 h 47722"/>
              <a:gd name="connsiteX3" fmla="*/ 13 w 21676"/>
              <a:gd name="connsiteY3" fmla="*/ 46562 h 47722"/>
              <a:gd name="connsiteX4" fmla="*/ 4 w 21676"/>
              <a:gd name="connsiteY4" fmla="*/ 0 h 4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6" h="47722">
                <a:moveTo>
                  <a:pt x="4" y="0"/>
                </a:moveTo>
                <a:lnTo>
                  <a:pt x="21676" y="54"/>
                </a:lnTo>
                <a:cubicBezTo>
                  <a:pt x="21676" y="5828"/>
                  <a:pt x="21675" y="38002"/>
                  <a:pt x="21675" y="43776"/>
                </a:cubicBezTo>
                <a:cubicBezTo>
                  <a:pt x="10875" y="43776"/>
                  <a:pt x="10813" y="50312"/>
                  <a:pt x="13" y="46562"/>
                </a:cubicBezTo>
                <a:cubicBezTo>
                  <a:pt x="32" y="31095"/>
                  <a:pt x="-15" y="15467"/>
                  <a:pt x="4" y="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36" name="Titre 1">
            <a:extLst>
              <a:ext uri="{FF2B5EF4-FFF2-40B4-BE49-F238E27FC236}">
                <a16:creationId xmlns:a16="http://schemas.microsoft.com/office/drawing/2014/main" id="{38904292-78D1-42CD-8EC5-4992803B9A1E}"/>
              </a:ext>
            </a:extLst>
          </p:cNvPr>
          <p:cNvSpPr>
            <a:spLocks noGrp="1"/>
          </p:cNvSpPr>
          <p:nvPr>
            <p:ph type="title"/>
          </p:nvPr>
        </p:nvSpPr>
        <p:spPr>
          <a:xfrm>
            <a:off x="457200" y="4657856"/>
            <a:ext cx="10744186" cy="1589223"/>
          </a:xfrm>
          <a:prstGeom prst="rect">
            <a:avLst/>
          </a:prstGeom>
        </p:spPr>
        <p:txBody>
          <a:bodyPr rtlCol="0" anchor="ctr">
            <a:normAutofit/>
          </a:bodyPr>
          <a:lstStyle>
            <a:lvl1pPr>
              <a:defRPr sz="4400"/>
            </a:lvl1pPr>
          </a:lstStyle>
          <a:p>
            <a:pPr rtl="0">
              <a:lnSpc>
                <a:spcPct val="110000"/>
              </a:lnSpc>
            </a:pPr>
            <a:r>
              <a:rPr lang="fr-FR" noProof="0">
                <a:solidFill>
                  <a:srgbClr val="FFFFFF"/>
                </a:solidFill>
                <a:cs typeface="Posterama" panose="020B0504020200020000" pitchFamily="34" charset="0"/>
              </a:rPr>
              <a:t>Modifiez le style du titre</a:t>
            </a:r>
          </a:p>
        </p:txBody>
      </p:sp>
      <p:sp>
        <p:nvSpPr>
          <p:cNvPr id="40" name="Espace réservé de la date 3">
            <a:extLst>
              <a:ext uri="{FF2B5EF4-FFF2-40B4-BE49-F238E27FC236}">
                <a16:creationId xmlns:a16="http://schemas.microsoft.com/office/drawing/2014/main" id="{0B283B3A-087C-457E-A2AA-C7F855A8F10F}"/>
              </a:ext>
            </a:extLst>
          </p:cNvPr>
          <p:cNvSpPr>
            <a:spLocks noGrp="1"/>
          </p:cNvSpPr>
          <p:nvPr>
            <p:ph type="dt" sz="half" idx="10"/>
          </p:nvPr>
        </p:nvSpPr>
        <p:spPr>
          <a:xfrm>
            <a:off x="457200" y="6324600"/>
            <a:ext cx="2560220" cy="365125"/>
          </a:xfrm>
          <a:prstGeom prst="rect">
            <a:avLst/>
          </a:prstGeom>
        </p:spPr>
        <p:txBody>
          <a:bodyPr rtlCol="0" anchor="ctr"/>
          <a:lstStyle>
            <a:lvl1pPr>
              <a:defRPr sz="900" spc="150" baseline="0">
                <a:solidFill>
                  <a:schemeClr val="bg1"/>
                </a:solidFill>
              </a:defRPr>
            </a:lvl1pPr>
          </a:lstStyle>
          <a:p>
            <a:pPr rtl="0"/>
            <a:r>
              <a:rPr lang="fr-FR" noProof="0"/>
              <a:t>02/02/20XX</a:t>
            </a:r>
          </a:p>
        </p:txBody>
      </p:sp>
      <p:sp>
        <p:nvSpPr>
          <p:cNvPr id="41" name="Espace réservé du pied de page 4">
            <a:extLst>
              <a:ext uri="{FF2B5EF4-FFF2-40B4-BE49-F238E27FC236}">
                <a16:creationId xmlns:a16="http://schemas.microsoft.com/office/drawing/2014/main" id="{B407BCF8-1966-4465-AC77-708642E4FEDC}"/>
              </a:ext>
            </a:extLst>
          </p:cNvPr>
          <p:cNvSpPr>
            <a:spLocks noGrp="1"/>
          </p:cNvSpPr>
          <p:nvPr>
            <p:ph type="ftr" sz="quarter" idx="11"/>
          </p:nvPr>
        </p:nvSpPr>
        <p:spPr>
          <a:xfrm>
            <a:off x="4200861" y="6319838"/>
            <a:ext cx="3982781" cy="365125"/>
          </a:xfrm>
          <a:prstGeom prst="rect">
            <a:avLst/>
          </a:prstGeom>
        </p:spPr>
        <p:txBody>
          <a:bodyPr rtlCol="0" anchor="ctr"/>
          <a:lstStyle>
            <a:lvl1pPr algn="ctr">
              <a:defRPr sz="900" spc="150" baseline="0">
                <a:solidFill>
                  <a:schemeClr val="bg1"/>
                </a:solidFill>
              </a:defRPr>
            </a:lvl1pPr>
          </a:lstStyle>
          <a:p>
            <a:pPr rtl="0"/>
            <a:r>
              <a:rPr lang="fr-FR" noProof="0"/>
              <a:t>TITRE DE LA PRÉSENTATION</a:t>
            </a:r>
          </a:p>
        </p:txBody>
      </p:sp>
      <p:sp>
        <p:nvSpPr>
          <p:cNvPr id="42" name="Espace réservé du numéro de diapositive 5">
            <a:extLst>
              <a:ext uri="{FF2B5EF4-FFF2-40B4-BE49-F238E27FC236}">
                <a16:creationId xmlns:a16="http://schemas.microsoft.com/office/drawing/2014/main" id="{771AF851-D6F8-47DF-80DA-62CC552687E0}"/>
              </a:ext>
            </a:extLst>
          </p:cNvPr>
          <p:cNvSpPr>
            <a:spLocks noGrp="1"/>
          </p:cNvSpPr>
          <p:nvPr>
            <p:ph type="sldNum" sz="quarter" idx="12"/>
          </p:nvPr>
        </p:nvSpPr>
        <p:spPr>
          <a:xfrm>
            <a:off x="11190806" y="6324600"/>
            <a:ext cx="799078" cy="365125"/>
          </a:xfrm>
          <a:prstGeom prst="rect">
            <a:avLst/>
          </a:prstGeom>
        </p:spPr>
        <p:txBody>
          <a:bodyPr rtlCol="0" anchor="ctr"/>
          <a:lstStyle>
            <a:lvl1pPr algn="ctr">
              <a:defRPr sz="900" spc="150" baseline="0">
                <a:solidFill>
                  <a:schemeClr val="bg1"/>
                </a:solidFill>
              </a:defRPr>
            </a:lvl1pPr>
          </a:lstStyle>
          <a:p>
            <a:pPr rtl="0"/>
            <a:fld id="{11A71338-8BA2-4C79-A6C5-5A8E30081D0C}" type="slidenum">
              <a:rPr lang="fr-FR" noProof="0" smtClean="0"/>
              <a:pPr/>
              <a:t>‹N°›</a:t>
            </a:fld>
            <a:endParaRPr lang="fr-FR" noProof="0"/>
          </a:p>
        </p:txBody>
      </p:sp>
      <p:sp>
        <p:nvSpPr>
          <p:cNvPr id="44" name="Espace réservé du contenu 37">
            <a:extLst>
              <a:ext uri="{FF2B5EF4-FFF2-40B4-BE49-F238E27FC236}">
                <a16:creationId xmlns:a16="http://schemas.microsoft.com/office/drawing/2014/main" id="{8814F959-09CC-4946-86C4-CFAD4C2BF452}"/>
              </a:ext>
            </a:extLst>
          </p:cNvPr>
          <p:cNvSpPr>
            <a:spLocks noGrp="1"/>
          </p:cNvSpPr>
          <p:nvPr>
            <p:ph sz="quarter" idx="13" hasCustomPrompt="1"/>
          </p:nvPr>
        </p:nvSpPr>
        <p:spPr>
          <a:xfrm>
            <a:off x="401840" y="170451"/>
            <a:ext cx="11407483" cy="4184701"/>
          </a:xfrm>
          <a:prstGeom prst="rect">
            <a:avLst/>
          </a:prstGeom>
        </p:spPr>
        <p:txBody>
          <a:bodyPr rtlCol="0"/>
          <a:lstStyle>
            <a:lvl1pPr marL="0" indent="0">
              <a:buNone/>
              <a:defRPr sz="2000">
                <a:solidFill>
                  <a:schemeClr val="tx1"/>
                </a:solidFill>
              </a:defRPr>
            </a:lvl1pPr>
            <a:lvl2pPr marL="0" indent="0">
              <a:buNone/>
              <a:defRPr sz="1800">
                <a:solidFill>
                  <a:schemeClr val="tx1"/>
                </a:solidFill>
              </a:defRPr>
            </a:lvl2pPr>
            <a:lvl3pPr marL="0" indent="0">
              <a:buNone/>
              <a:defRPr sz="1600">
                <a:solidFill>
                  <a:schemeClr val="tx1"/>
                </a:solidFill>
              </a:defRPr>
            </a:lvl3pPr>
            <a:lvl4pPr marL="0" indent="0">
              <a:buNone/>
              <a:defRPr sz="1400">
                <a:solidFill>
                  <a:schemeClr val="tx1"/>
                </a:solidFill>
              </a:defRPr>
            </a:lvl4pPr>
            <a:lvl5pPr marL="0" indent="0">
              <a:buNone/>
              <a:defRPr sz="1400">
                <a:solidFill>
                  <a:schemeClr val="tx1"/>
                </a:solidFill>
              </a:defRPr>
            </a:lvl5pPr>
          </a:lstStyle>
          <a:p>
            <a:pPr lvl="0" rtl="0"/>
            <a:r>
              <a:rPr lang="fr-FR" noProof="0"/>
              <a:t>Cliquer pour ajouter du contenu</a:t>
            </a:r>
          </a:p>
        </p:txBody>
      </p:sp>
    </p:spTree>
    <p:extLst>
      <p:ext uri="{BB962C8B-B14F-4D97-AF65-F5344CB8AC3E}">
        <p14:creationId xmlns:p14="http://schemas.microsoft.com/office/powerpoint/2010/main" val="2713129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ronologi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E436F9-C1F1-473C-97B1-34B3AC1620B8}"/>
              </a:ext>
              <a:ext uri="{C183D7F6-B498-43B3-948B-1728B52AA6E4}">
                <adec:decorative xmlns:adec="http://schemas.microsoft.com/office/drawing/2017/decorative" val="1"/>
              </a:ext>
            </a:extLst>
          </p:cNvPr>
          <p:cNvSpPr/>
          <p:nvPr userDrawn="1"/>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3" name="Rectangle 2">
            <a:extLst>
              <a:ext uri="{FF2B5EF4-FFF2-40B4-BE49-F238E27FC236}">
                <a16:creationId xmlns:a16="http://schemas.microsoft.com/office/drawing/2014/main" id="{664B0B3C-4A91-4D0C-941E-B7D2E36CF7E6}"/>
              </a:ext>
              <a:ext uri="{C183D7F6-B498-43B3-948B-1728B52AA6E4}">
                <adec:decorative xmlns:adec="http://schemas.microsoft.com/office/drawing/2017/decorative" val="1"/>
              </a:ext>
            </a:extLst>
          </p:cNvPr>
          <p:cNvSpPr/>
          <p:nvPr userDrawn="1"/>
        </p:nvSpPr>
        <p:spPr>
          <a:xfrm>
            <a:off x="0" y="-2"/>
            <a:ext cx="12208613"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4" name="Triangle rectangle 3">
            <a:extLst>
              <a:ext uri="{FF2B5EF4-FFF2-40B4-BE49-F238E27FC236}">
                <a16:creationId xmlns:a16="http://schemas.microsoft.com/office/drawing/2014/main" id="{2D7F6BD6-AD9B-40A8-8631-93927B6028B3}"/>
              </a:ext>
              <a:ext uri="{C183D7F6-B498-43B3-948B-1728B52AA6E4}">
                <adec:decorative xmlns:adec="http://schemas.microsoft.com/office/drawing/2017/decorative" val="1"/>
              </a:ext>
            </a:extLst>
          </p:cNvPr>
          <p:cNvSpPr/>
          <p:nvPr userDrawn="1"/>
        </p:nvSpPr>
        <p:spPr>
          <a:xfrm rot="13500000">
            <a:off x="-284145" y="5174205"/>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grpSp>
        <p:nvGrpSpPr>
          <p:cNvPr id="5" name="Groupe 4">
            <a:extLst>
              <a:ext uri="{FF2B5EF4-FFF2-40B4-BE49-F238E27FC236}">
                <a16:creationId xmlns:a16="http://schemas.microsoft.com/office/drawing/2014/main" id="{00A7304B-809F-421E-B3C1-960A6CD5531D}"/>
              </a:ext>
              <a:ext uri="{C183D7F6-B498-43B3-948B-1728B52AA6E4}">
                <adec:decorative xmlns:adec="http://schemas.microsoft.com/office/drawing/2017/decorative" val="1"/>
              </a:ext>
            </a:extLst>
          </p:cNvPr>
          <p:cNvGrpSpPr/>
          <p:nvPr userDrawn="1"/>
        </p:nvGrpSpPr>
        <p:grpSpPr>
          <a:xfrm>
            <a:off x="-6214" y="-1"/>
            <a:ext cx="12214827" cy="6858000"/>
            <a:chOff x="-6214" y="-1"/>
            <a:chExt cx="12214827" cy="6858000"/>
          </a:xfrm>
        </p:grpSpPr>
        <p:cxnSp>
          <p:nvCxnSpPr>
            <p:cNvPr id="6" name="Connecteur droit 5">
              <a:extLst>
                <a:ext uri="{FF2B5EF4-FFF2-40B4-BE49-F238E27FC236}">
                  <a16:creationId xmlns:a16="http://schemas.microsoft.com/office/drawing/2014/main" id="{6B2996F3-5E6E-44E8-812C-3507DE7B1C99}"/>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 name="Connecteur droit 6">
              <a:extLst>
                <a:ext uri="{FF2B5EF4-FFF2-40B4-BE49-F238E27FC236}">
                  <a16:creationId xmlns:a16="http://schemas.microsoft.com/office/drawing/2014/main" id="{A4278526-38B9-4357-9197-CA50C0AD61B8}"/>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 name="Connecteur droit 7">
              <a:extLst>
                <a:ext uri="{FF2B5EF4-FFF2-40B4-BE49-F238E27FC236}">
                  <a16:creationId xmlns:a16="http://schemas.microsoft.com/office/drawing/2014/main" id="{93D9F9BB-B9FA-4C50-BFBB-D17E9056F58C}"/>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 name="Connecteur droit 8">
              <a:extLst>
                <a:ext uri="{FF2B5EF4-FFF2-40B4-BE49-F238E27FC236}">
                  <a16:creationId xmlns:a16="http://schemas.microsoft.com/office/drawing/2014/main" id="{E9822CEB-3134-49B9-AFFD-A782DD039296}"/>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D3BEE4FB-5349-44A2-BF40-A3B7B73BA972}"/>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231C31F7-1E4D-46A1-B5FB-E698DADC0452}"/>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C0C0BDD2-1C23-401C-9222-0C95315EBB63}"/>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0A9CD7F7-EA2C-42C8-8CC9-F00EAE2677EC}"/>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5F32B0FC-6530-45AD-BEB6-555372040D3D}"/>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43D07DD7-FE85-4B41-B16D-31FE43882C4B}"/>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4AC89228-000D-43FE-8B10-66E806533A02}"/>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4D10C63A-108E-43ED-8D81-8A03C83E429F}"/>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708E7A2C-AED6-4879-BC5F-A92EE79E9BBC}"/>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A60896CE-034C-46F1-A79F-CDF3BFC4FC92}"/>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F7B47AEE-EBDC-416F-856E-9BD8657BA3CF}"/>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F759ED6A-B0A2-494E-A160-5ACC24C3F014}"/>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5B58699F-DEDD-430C-80FE-60AED89077F6}"/>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4300C0B9-9E3B-4677-BC2F-53EB2F7D905D}"/>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8CB0EFA1-ABB5-4BC7-A392-6EBA8D31BFBA}"/>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F68DB692-F9E4-4EB2-A1EE-8F81B0340C73}"/>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4934086F-B52E-4B48-ADE6-F7E603586B85}"/>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727A5AD2-7594-4954-BD07-0660E642AC8F}"/>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9B8D42CD-8746-4FCF-8B6C-1E57CB5BCA29}"/>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0426B80E-5E13-40C5-9542-EAE4671DA1E1}"/>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9D79A255-4580-4AA0-8302-575A116C5846}"/>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848C53C4-B810-442C-BC9B-27DEEDF09B67}"/>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29B1EE73-8CEF-455A-BD1F-79666415F29D}"/>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4826C8AE-E477-473D-A499-777965967D33}"/>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Connecteur droit 33">
              <a:extLst>
                <a:ext uri="{FF2B5EF4-FFF2-40B4-BE49-F238E27FC236}">
                  <a16:creationId xmlns:a16="http://schemas.microsoft.com/office/drawing/2014/main" id="{07E25D3F-2A76-4087-BD89-01CDBEED020E}"/>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35" name="Organigramme : Document 8">
            <a:extLst>
              <a:ext uri="{FF2B5EF4-FFF2-40B4-BE49-F238E27FC236}">
                <a16:creationId xmlns:a16="http://schemas.microsoft.com/office/drawing/2014/main" id="{2AAB6B79-0E9F-4797-8DFA-9A437017F140}"/>
              </a:ext>
              <a:ext uri="{C183D7F6-B498-43B3-948B-1728B52AA6E4}">
                <adec:decorative xmlns:adec="http://schemas.microsoft.com/office/drawing/2017/decorative" val="1"/>
              </a:ext>
            </a:extLst>
          </p:cNvPr>
          <p:cNvSpPr/>
          <p:nvPr userDrawn="1"/>
        </p:nvSpPr>
        <p:spPr>
          <a:xfrm>
            <a:off x="-6214" y="-31894"/>
            <a:ext cx="12214827" cy="4760619"/>
          </a:xfrm>
          <a:custGeom>
            <a:avLst/>
            <a:gdLst>
              <a:gd name="connsiteX0" fmla="*/ 0 w 21600"/>
              <a:gd name="connsiteY0" fmla="*/ 0 h 21600"/>
              <a:gd name="connsiteX1" fmla="*/ 21600 w 21600"/>
              <a:gd name="connsiteY1" fmla="*/ 0 h 21600"/>
              <a:gd name="connsiteX2" fmla="*/ 21600 w 21600"/>
              <a:gd name="connsiteY2" fmla="*/ 17322 h 21600"/>
              <a:gd name="connsiteX3" fmla="*/ 0 w 21600"/>
              <a:gd name="connsiteY3" fmla="*/ 20172 h 21600"/>
              <a:gd name="connsiteX4" fmla="*/ 0 w 21600"/>
              <a:gd name="connsiteY4" fmla="*/ 0 h 21600"/>
              <a:gd name="connsiteX0" fmla="*/ 0 w 21600"/>
              <a:gd name="connsiteY0" fmla="*/ 26328 h 47652"/>
              <a:gd name="connsiteX1" fmla="*/ 21562 w 21600"/>
              <a:gd name="connsiteY1" fmla="*/ 0 h 47652"/>
              <a:gd name="connsiteX2" fmla="*/ 21600 w 21600"/>
              <a:gd name="connsiteY2" fmla="*/ 43650 h 47652"/>
              <a:gd name="connsiteX3" fmla="*/ 0 w 21600"/>
              <a:gd name="connsiteY3" fmla="*/ 46500 h 47652"/>
              <a:gd name="connsiteX4" fmla="*/ 0 w 21600"/>
              <a:gd name="connsiteY4" fmla="*/ 26328 h 47652"/>
              <a:gd name="connsiteX0" fmla="*/ 56 w 21600"/>
              <a:gd name="connsiteY0" fmla="*/ 98 h 47652"/>
              <a:gd name="connsiteX1" fmla="*/ 21562 w 21600"/>
              <a:gd name="connsiteY1" fmla="*/ 0 h 47652"/>
              <a:gd name="connsiteX2" fmla="*/ 21600 w 21600"/>
              <a:gd name="connsiteY2" fmla="*/ 43650 h 47652"/>
              <a:gd name="connsiteX3" fmla="*/ 0 w 21600"/>
              <a:gd name="connsiteY3" fmla="*/ 46500 h 47652"/>
              <a:gd name="connsiteX4" fmla="*/ 56 w 21600"/>
              <a:gd name="connsiteY4" fmla="*/ 98 h 47652"/>
              <a:gd name="connsiteX0" fmla="*/ 37 w 21600"/>
              <a:gd name="connsiteY0" fmla="*/ 196 h 47652"/>
              <a:gd name="connsiteX1" fmla="*/ 21562 w 21600"/>
              <a:gd name="connsiteY1" fmla="*/ 0 h 47652"/>
              <a:gd name="connsiteX2" fmla="*/ 21600 w 21600"/>
              <a:gd name="connsiteY2" fmla="*/ 43650 h 47652"/>
              <a:gd name="connsiteX3" fmla="*/ 0 w 21600"/>
              <a:gd name="connsiteY3" fmla="*/ 46500 h 47652"/>
              <a:gd name="connsiteX4" fmla="*/ 37 w 21600"/>
              <a:gd name="connsiteY4" fmla="*/ 196 h 47652"/>
              <a:gd name="connsiteX0" fmla="*/ 5 w 21606"/>
              <a:gd name="connsiteY0" fmla="*/ 196 h 47652"/>
              <a:gd name="connsiteX1" fmla="*/ 21568 w 21606"/>
              <a:gd name="connsiteY1" fmla="*/ 0 h 47652"/>
              <a:gd name="connsiteX2" fmla="*/ 21606 w 21606"/>
              <a:gd name="connsiteY2" fmla="*/ 43650 h 47652"/>
              <a:gd name="connsiteX3" fmla="*/ 6 w 21606"/>
              <a:gd name="connsiteY3" fmla="*/ 46500 h 47652"/>
              <a:gd name="connsiteX4" fmla="*/ 5 w 21606"/>
              <a:gd name="connsiteY4" fmla="*/ 196 h 47652"/>
              <a:gd name="connsiteX0" fmla="*/ 3 w 21642"/>
              <a:gd name="connsiteY0" fmla="*/ 1 h 47652"/>
              <a:gd name="connsiteX1" fmla="*/ 21604 w 21642"/>
              <a:gd name="connsiteY1" fmla="*/ 0 h 47652"/>
              <a:gd name="connsiteX2" fmla="*/ 21642 w 21642"/>
              <a:gd name="connsiteY2" fmla="*/ 43650 h 47652"/>
              <a:gd name="connsiteX3" fmla="*/ 42 w 21642"/>
              <a:gd name="connsiteY3" fmla="*/ 46500 h 47652"/>
              <a:gd name="connsiteX4" fmla="*/ 3 w 21642"/>
              <a:gd name="connsiteY4" fmla="*/ 1 h 47652"/>
              <a:gd name="connsiteX0" fmla="*/ 3 w 21642"/>
              <a:gd name="connsiteY0" fmla="*/ 0 h 47651"/>
              <a:gd name="connsiteX1" fmla="*/ 21623 w 21642"/>
              <a:gd name="connsiteY1" fmla="*/ 97 h 47651"/>
              <a:gd name="connsiteX2" fmla="*/ 21642 w 21642"/>
              <a:gd name="connsiteY2" fmla="*/ 43649 h 47651"/>
              <a:gd name="connsiteX3" fmla="*/ 42 w 21642"/>
              <a:gd name="connsiteY3" fmla="*/ 46499 h 47651"/>
              <a:gd name="connsiteX4" fmla="*/ 3 w 21642"/>
              <a:gd name="connsiteY4" fmla="*/ 0 h 47651"/>
              <a:gd name="connsiteX0" fmla="*/ 3 w 21642"/>
              <a:gd name="connsiteY0" fmla="*/ 147 h 47798"/>
              <a:gd name="connsiteX1" fmla="*/ 21623 w 21642"/>
              <a:gd name="connsiteY1" fmla="*/ 0 h 47798"/>
              <a:gd name="connsiteX2" fmla="*/ 21642 w 21642"/>
              <a:gd name="connsiteY2" fmla="*/ 43796 h 47798"/>
              <a:gd name="connsiteX3" fmla="*/ 42 w 21642"/>
              <a:gd name="connsiteY3" fmla="*/ 46646 h 47798"/>
              <a:gd name="connsiteX4" fmla="*/ 3 w 21642"/>
              <a:gd name="connsiteY4" fmla="*/ 147 h 47798"/>
              <a:gd name="connsiteX0" fmla="*/ 17 w 21656"/>
              <a:gd name="connsiteY0" fmla="*/ 147 h 47742"/>
              <a:gd name="connsiteX1" fmla="*/ 21637 w 21656"/>
              <a:gd name="connsiteY1" fmla="*/ 0 h 47742"/>
              <a:gd name="connsiteX2" fmla="*/ 21656 w 21656"/>
              <a:gd name="connsiteY2" fmla="*/ 43796 h 47742"/>
              <a:gd name="connsiteX3" fmla="*/ 0 w 21656"/>
              <a:gd name="connsiteY3" fmla="*/ 46582 h 47742"/>
              <a:gd name="connsiteX4" fmla="*/ 17 w 21656"/>
              <a:gd name="connsiteY4" fmla="*/ 147 h 47742"/>
              <a:gd name="connsiteX0" fmla="*/ 17 w 21663"/>
              <a:gd name="connsiteY0" fmla="*/ 73 h 47668"/>
              <a:gd name="connsiteX1" fmla="*/ 21663 w 21663"/>
              <a:gd name="connsiteY1" fmla="*/ 0 h 47668"/>
              <a:gd name="connsiteX2" fmla="*/ 21656 w 21663"/>
              <a:gd name="connsiteY2" fmla="*/ 43722 h 47668"/>
              <a:gd name="connsiteX3" fmla="*/ 0 w 21663"/>
              <a:gd name="connsiteY3" fmla="*/ 46508 h 47668"/>
              <a:gd name="connsiteX4" fmla="*/ 17 w 21663"/>
              <a:gd name="connsiteY4" fmla="*/ 73 h 47668"/>
              <a:gd name="connsiteX0" fmla="*/ 5 w 21671"/>
              <a:gd name="connsiteY0" fmla="*/ 73 h 47668"/>
              <a:gd name="connsiteX1" fmla="*/ 21671 w 21671"/>
              <a:gd name="connsiteY1" fmla="*/ 0 h 47668"/>
              <a:gd name="connsiteX2" fmla="*/ 21664 w 21671"/>
              <a:gd name="connsiteY2" fmla="*/ 43722 h 47668"/>
              <a:gd name="connsiteX3" fmla="*/ 8 w 21671"/>
              <a:gd name="connsiteY3" fmla="*/ 46508 h 47668"/>
              <a:gd name="connsiteX4" fmla="*/ 5 w 21671"/>
              <a:gd name="connsiteY4" fmla="*/ 73 h 47668"/>
              <a:gd name="connsiteX0" fmla="*/ 5 w 21671"/>
              <a:gd name="connsiteY0" fmla="*/ 73 h 47668"/>
              <a:gd name="connsiteX1" fmla="*/ 21671 w 21671"/>
              <a:gd name="connsiteY1" fmla="*/ 0 h 47668"/>
              <a:gd name="connsiteX2" fmla="*/ 21670 w 21671"/>
              <a:gd name="connsiteY2" fmla="*/ 43722 h 47668"/>
              <a:gd name="connsiteX3" fmla="*/ 8 w 21671"/>
              <a:gd name="connsiteY3" fmla="*/ 46508 h 47668"/>
              <a:gd name="connsiteX4" fmla="*/ 5 w 21671"/>
              <a:gd name="connsiteY4" fmla="*/ 73 h 47668"/>
              <a:gd name="connsiteX0" fmla="*/ 4 w 21676"/>
              <a:gd name="connsiteY0" fmla="*/ 0 h 47722"/>
              <a:gd name="connsiteX1" fmla="*/ 21676 w 21676"/>
              <a:gd name="connsiteY1" fmla="*/ 54 h 47722"/>
              <a:gd name="connsiteX2" fmla="*/ 21675 w 21676"/>
              <a:gd name="connsiteY2" fmla="*/ 43776 h 47722"/>
              <a:gd name="connsiteX3" fmla="*/ 13 w 21676"/>
              <a:gd name="connsiteY3" fmla="*/ 46562 h 47722"/>
              <a:gd name="connsiteX4" fmla="*/ 4 w 21676"/>
              <a:gd name="connsiteY4" fmla="*/ 0 h 4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6" h="47722">
                <a:moveTo>
                  <a:pt x="4" y="0"/>
                </a:moveTo>
                <a:lnTo>
                  <a:pt x="21676" y="54"/>
                </a:lnTo>
                <a:cubicBezTo>
                  <a:pt x="21676" y="5828"/>
                  <a:pt x="21675" y="38002"/>
                  <a:pt x="21675" y="43776"/>
                </a:cubicBezTo>
                <a:cubicBezTo>
                  <a:pt x="10875" y="43776"/>
                  <a:pt x="10813" y="50312"/>
                  <a:pt x="13" y="46562"/>
                </a:cubicBezTo>
                <a:cubicBezTo>
                  <a:pt x="32" y="31095"/>
                  <a:pt x="-15" y="15467"/>
                  <a:pt x="4" y="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36" name="Titre 1">
            <a:extLst>
              <a:ext uri="{FF2B5EF4-FFF2-40B4-BE49-F238E27FC236}">
                <a16:creationId xmlns:a16="http://schemas.microsoft.com/office/drawing/2014/main" id="{98F8DC0C-B421-4039-8482-5135B165999D}"/>
              </a:ext>
            </a:extLst>
          </p:cNvPr>
          <p:cNvSpPr>
            <a:spLocks noGrp="1"/>
          </p:cNvSpPr>
          <p:nvPr>
            <p:ph type="title"/>
          </p:nvPr>
        </p:nvSpPr>
        <p:spPr>
          <a:xfrm>
            <a:off x="457200" y="4657856"/>
            <a:ext cx="10744186" cy="1589223"/>
          </a:xfrm>
          <a:prstGeom prst="rect">
            <a:avLst/>
          </a:prstGeom>
        </p:spPr>
        <p:txBody>
          <a:bodyPr rtlCol="0" anchor="ctr">
            <a:normAutofit/>
          </a:bodyPr>
          <a:lstStyle>
            <a:lvl1pPr>
              <a:defRPr sz="4400"/>
            </a:lvl1pPr>
          </a:lstStyle>
          <a:p>
            <a:pPr rtl="0">
              <a:lnSpc>
                <a:spcPct val="110000"/>
              </a:lnSpc>
            </a:pPr>
            <a:r>
              <a:rPr lang="fr-FR" noProof="0">
                <a:solidFill>
                  <a:srgbClr val="FFFFFF"/>
                </a:solidFill>
                <a:cs typeface="Posterama" panose="020B0504020200020000" pitchFamily="34" charset="0"/>
              </a:rPr>
              <a:t>Modifiez le style du titre</a:t>
            </a:r>
          </a:p>
        </p:txBody>
      </p:sp>
      <p:sp>
        <p:nvSpPr>
          <p:cNvPr id="37" name="Espace réservé de la date 3">
            <a:extLst>
              <a:ext uri="{FF2B5EF4-FFF2-40B4-BE49-F238E27FC236}">
                <a16:creationId xmlns:a16="http://schemas.microsoft.com/office/drawing/2014/main" id="{00C6B4A2-DB23-481A-87BC-CFF3992EA686}"/>
              </a:ext>
            </a:extLst>
          </p:cNvPr>
          <p:cNvSpPr>
            <a:spLocks noGrp="1"/>
          </p:cNvSpPr>
          <p:nvPr>
            <p:ph type="dt" sz="half" idx="10"/>
          </p:nvPr>
        </p:nvSpPr>
        <p:spPr>
          <a:xfrm>
            <a:off x="457200" y="6324600"/>
            <a:ext cx="2560220" cy="365125"/>
          </a:xfrm>
          <a:prstGeom prst="rect">
            <a:avLst/>
          </a:prstGeom>
        </p:spPr>
        <p:txBody>
          <a:bodyPr rtlCol="0" anchor="ctr"/>
          <a:lstStyle>
            <a:lvl1pPr>
              <a:defRPr sz="900" spc="150" baseline="0">
                <a:solidFill>
                  <a:schemeClr val="bg1"/>
                </a:solidFill>
              </a:defRPr>
            </a:lvl1pPr>
          </a:lstStyle>
          <a:p>
            <a:pPr rtl="0"/>
            <a:r>
              <a:rPr lang="fr-FR" noProof="0"/>
              <a:t>02/02/20XX</a:t>
            </a:r>
          </a:p>
        </p:txBody>
      </p:sp>
      <p:sp>
        <p:nvSpPr>
          <p:cNvPr id="38" name="Espace réservé du pied de page 4">
            <a:extLst>
              <a:ext uri="{FF2B5EF4-FFF2-40B4-BE49-F238E27FC236}">
                <a16:creationId xmlns:a16="http://schemas.microsoft.com/office/drawing/2014/main" id="{209EAA56-735E-4FAE-88DA-398D6B3EEFC6}"/>
              </a:ext>
            </a:extLst>
          </p:cNvPr>
          <p:cNvSpPr>
            <a:spLocks noGrp="1"/>
          </p:cNvSpPr>
          <p:nvPr>
            <p:ph type="ftr" sz="quarter" idx="11"/>
          </p:nvPr>
        </p:nvSpPr>
        <p:spPr>
          <a:xfrm>
            <a:off x="4200861" y="6319838"/>
            <a:ext cx="3982781" cy="365125"/>
          </a:xfrm>
          <a:prstGeom prst="rect">
            <a:avLst/>
          </a:prstGeom>
        </p:spPr>
        <p:txBody>
          <a:bodyPr rtlCol="0" anchor="ctr"/>
          <a:lstStyle>
            <a:lvl1pPr algn="ctr">
              <a:defRPr sz="900" spc="150" baseline="0">
                <a:solidFill>
                  <a:schemeClr val="bg1"/>
                </a:solidFill>
              </a:defRPr>
            </a:lvl1pPr>
          </a:lstStyle>
          <a:p>
            <a:pPr rtl="0"/>
            <a:r>
              <a:rPr lang="fr-FR" noProof="0"/>
              <a:t>TITRE DE LA PRÉSENTATION</a:t>
            </a:r>
          </a:p>
        </p:txBody>
      </p:sp>
      <p:sp>
        <p:nvSpPr>
          <p:cNvPr id="39" name="Espace réservé du numéro de diapositive 5">
            <a:extLst>
              <a:ext uri="{FF2B5EF4-FFF2-40B4-BE49-F238E27FC236}">
                <a16:creationId xmlns:a16="http://schemas.microsoft.com/office/drawing/2014/main" id="{AF69C6C1-6449-4CEB-BD22-FA54483121CD}"/>
              </a:ext>
            </a:extLst>
          </p:cNvPr>
          <p:cNvSpPr>
            <a:spLocks noGrp="1"/>
          </p:cNvSpPr>
          <p:nvPr>
            <p:ph type="sldNum" sz="quarter" idx="12"/>
          </p:nvPr>
        </p:nvSpPr>
        <p:spPr>
          <a:xfrm>
            <a:off x="11190806" y="6324600"/>
            <a:ext cx="799078" cy="365125"/>
          </a:xfrm>
          <a:prstGeom prst="rect">
            <a:avLst/>
          </a:prstGeom>
        </p:spPr>
        <p:txBody>
          <a:bodyPr rtlCol="0" anchor="ctr"/>
          <a:lstStyle>
            <a:lvl1pPr algn="ctr">
              <a:defRPr sz="900" spc="150" baseline="0">
                <a:solidFill>
                  <a:schemeClr val="bg1"/>
                </a:solidFill>
              </a:defRPr>
            </a:lvl1pPr>
          </a:lstStyle>
          <a:p>
            <a:pPr rtl="0"/>
            <a:fld id="{11A71338-8BA2-4C79-A6C5-5A8E30081D0C}" type="slidenum">
              <a:rPr lang="fr-FR" noProof="0" smtClean="0"/>
              <a:pPr/>
              <a:t>‹N°›</a:t>
            </a:fld>
            <a:endParaRPr lang="fr-FR" noProof="0"/>
          </a:p>
        </p:txBody>
      </p:sp>
      <p:sp>
        <p:nvSpPr>
          <p:cNvPr id="41" name="Espace réservé du contenu 37">
            <a:extLst>
              <a:ext uri="{FF2B5EF4-FFF2-40B4-BE49-F238E27FC236}">
                <a16:creationId xmlns:a16="http://schemas.microsoft.com/office/drawing/2014/main" id="{E3F944C7-0E33-4C9B-9544-26D03DD5ECE8}"/>
              </a:ext>
            </a:extLst>
          </p:cNvPr>
          <p:cNvSpPr>
            <a:spLocks noGrp="1"/>
          </p:cNvSpPr>
          <p:nvPr>
            <p:ph sz="quarter" idx="13" hasCustomPrompt="1"/>
          </p:nvPr>
        </p:nvSpPr>
        <p:spPr>
          <a:xfrm>
            <a:off x="516303" y="243154"/>
            <a:ext cx="11156556" cy="3776486"/>
          </a:xfrm>
          <a:prstGeom prst="rect">
            <a:avLst/>
          </a:prstGeom>
        </p:spPr>
        <p:txBody>
          <a:bodyPr rtlCol="0"/>
          <a:lstStyle>
            <a:lvl1pPr marL="0" indent="0">
              <a:buNone/>
              <a:defRPr sz="2000">
                <a:solidFill>
                  <a:schemeClr val="tx1"/>
                </a:solidFill>
              </a:defRPr>
            </a:lvl1pPr>
            <a:lvl2pPr marL="0" indent="0">
              <a:buNone/>
              <a:defRPr sz="1800">
                <a:solidFill>
                  <a:schemeClr val="tx1"/>
                </a:solidFill>
              </a:defRPr>
            </a:lvl2pPr>
            <a:lvl3pPr marL="0" indent="0">
              <a:buNone/>
              <a:defRPr sz="1600">
                <a:solidFill>
                  <a:schemeClr val="tx1"/>
                </a:solidFill>
              </a:defRPr>
            </a:lvl3pPr>
            <a:lvl4pPr marL="0" indent="0">
              <a:buNone/>
              <a:defRPr sz="1400">
                <a:solidFill>
                  <a:schemeClr val="tx1"/>
                </a:solidFill>
              </a:defRPr>
            </a:lvl4pPr>
            <a:lvl5pPr marL="0" indent="0">
              <a:buNone/>
              <a:defRPr sz="1400">
                <a:solidFill>
                  <a:schemeClr val="tx1"/>
                </a:solidFill>
              </a:defRPr>
            </a:lvl5pPr>
          </a:lstStyle>
          <a:p>
            <a:pPr lvl="0" rtl="0"/>
            <a:r>
              <a:rPr lang="fr-FR" noProof="0"/>
              <a:t>Cliquer pour ajouter du contenu</a:t>
            </a:r>
          </a:p>
        </p:txBody>
      </p:sp>
    </p:spTree>
    <p:extLst>
      <p:ext uri="{BB962C8B-B14F-4D97-AF65-F5344CB8AC3E}">
        <p14:creationId xmlns:p14="http://schemas.microsoft.com/office/powerpoint/2010/main" val="4233948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lonne de contenu 2">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6F70B09C-1A53-4C73-9FD8-708C7D95829B}"/>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grpSp>
        <p:nvGrpSpPr>
          <p:cNvPr id="90" name="Groupe 89">
            <a:extLst>
              <a:ext uri="{FF2B5EF4-FFF2-40B4-BE49-F238E27FC236}">
                <a16:creationId xmlns:a16="http://schemas.microsoft.com/office/drawing/2014/main" id="{D14DE831-4B4E-4AF3-B187-9206DACDB7CA}"/>
              </a:ext>
              <a:ext uri="{C183D7F6-B498-43B3-948B-1728B52AA6E4}">
                <adec:decorative xmlns:adec="http://schemas.microsoft.com/office/drawing/2017/decorative" val="1"/>
              </a:ext>
            </a:extLst>
          </p:cNvPr>
          <p:cNvGrpSpPr/>
          <p:nvPr userDrawn="1"/>
        </p:nvGrpSpPr>
        <p:grpSpPr>
          <a:xfrm>
            <a:off x="17514" y="-1"/>
            <a:ext cx="12214827" cy="6858000"/>
            <a:chOff x="-6214" y="-1"/>
            <a:chExt cx="12214827" cy="6858000"/>
          </a:xfrm>
        </p:grpSpPr>
        <p:cxnSp>
          <p:nvCxnSpPr>
            <p:cNvPr id="91" name="Connecteur droit 90">
              <a:extLst>
                <a:ext uri="{FF2B5EF4-FFF2-40B4-BE49-F238E27FC236}">
                  <a16:creationId xmlns:a16="http://schemas.microsoft.com/office/drawing/2014/main" id="{D771390A-8381-4353-8D62-C0DD79BC28F6}"/>
                </a:ext>
              </a:extLst>
            </p:cNvPr>
            <p:cNvCxnSpPr>
              <a:cxnSpLocks/>
            </p:cNvCxnSpPr>
            <p:nvPr/>
          </p:nvCxnSpPr>
          <p:spPr>
            <a:xfrm>
              <a:off x="-6214" y="6686283"/>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Connecteur droit 91">
              <a:extLst>
                <a:ext uri="{FF2B5EF4-FFF2-40B4-BE49-F238E27FC236}">
                  <a16:creationId xmlns:a16="http://schemas.microsoft.com/office/drawing/2014/main" id="{232E81AB-5D89-4A83-948B-6072C2DEE62E}"/>
                </a:ext>
              </a:extLst>
            </p:cNvPr>
            <p:cNvCxnSpPr>
              <a:cxnSpLocks/>
            </p:cNvCxnSpPr>
            <p:nvPr/>
          </p:nvCxnSpPr>
          <p:spPr>
            <a:xfrm>
              <a:off x="0"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Connecteur droit 92">
              <a:extLst>
                <a:ext uri="{FF2B5EF4-FFF2-40B4-BE49-F238E27FC236}">
                  <a16:creationId xmlns:a16="http://schemas.microsoft.com/office/drawing/2014/main" id="{0FCC4A04-2321-4CD3-92B2-027B2CBD29BA}"/>
                </a:ext>
              </a:extLst>
            </p:cNvPr>
            <p:cNvCxnSpPr>
              <a:cxnSpLocks/>
            </p:cNvCxnSpPr>
            <p:nvPr/>
          </p:nvCxnSpPr>
          <p:spPr>
            <a:xfrm>
              <a:off x="1199325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Connecteur droit 93">
              <a:extLst>
                <a:ext uri="{FF2B5EF4-FFF2-40B4-BE49-F238E27FC236}">
                  <a16:creationId xmlns:a16="http://schemas.microsoft.com/office/drawing/2014/main" id="{BA7BC130-410F-4CC7-B9FD-E7C4C01F0C0A}"/>
                </a:ext>
              </a:extLst>
            </p:cNvPr>
            <p:cNvCxnSpPr>
              <a:cxnSpLocks/>
            </p:cNvCxnSpPr>
            <p:nvPr/>
          </p:nvCxnSpPr>
          <p:spPr>
            <a:xfrm>
              <a:off x="19252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Connecteur droit 94">
              <a:extLst>
                <a:ext uri="{FF2B5EF4-FFF2-40B4-BE49-F238E27FC236}">
                  <a16:creationId xmlns:a16="http://schemas.microsoft.com/office/drawing/2014/main" id="{2E0CFD6B-8DE1-46B9-8FE3-AB225A6719F3}"/>
                </a:ext>
              </a:extLst>
            </p:cNvPr>
            <p:cNvCxnSpPr>
              <a:cxnSpLocks/>
            </p:cNvCxnSpPr>
            <p:nvPr/>
          </p:nvCxnSpPr>
          <p:spPr>
            <a:xfrm>
              <a:off x="119196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Connecteur droit 95">
              <a:extLst>
                <a:ext uri="{FF2B5EF4-FFF2-40B4-BE49-F238E27FC236}">
                  <a16:creationId xmlns:a16="http://schemas.microsoft.com/office/drawing/2014/main" id="{00DD451B-8273-4E41-830F-75FD094A2C59}"/>
                </a:ext>
              </a:extLst>
            </p:cNvPr>
            <p:cNvCxnSpPr>
              <a:cxnSpLocks/>
            </p:cNvCxnSpPr>
            <p:nvPr/>
          </p:nvCxnSpPr>
          <p:spPr>
            <a:xfrm>
              <a:off x="2191404"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Connecteur droit 96">
              <a:extLst>
                <a:ext uri="{FF2B5EF4-FFF2-40B4-BE49-F238E27FC236}">
                  <a16:creationId xmlns:a16="http://schemas.microsoft.com/office/drawing/2014/main" id="{02381626-BACB-4F9A-B456-31C696CBF2DA}"/>
                </a:ext>
              </a:extLst>
            </p:cNvPr>
            <p:cNvCxnSpPr>
              <a:cxnSpLocks/>
            </p:cNvCxnSpPr>
            <p:nvPr/>
          </p:nvCxnSpPr>
          <p:spPr>
            <a:xfrm>
              <a:off x="3190842"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Connecteur droit 97">
              <a:extLst>
                <a:ext uri="{FF2B5EF4-FFF2-40B4-BE49-F238E27FC236}">
                  <a16:creationId xmlns:a16="http://schemas.microsoft.com/office/drawing/2014/main" id="{26BD6855-6DB8-463B-9145-BA9CF824252B}"/>
                </a:ext>
              </a:extLst>
            </p:cNvPr>
            <p:cNvCxnSpPr>
              <a:cxnSpLocks/>
            </p:cNvCxnSpPr>
            <p:nvPr/>
          </p:nvCxnSpPr>
          <p:spPr>
            <a:xfrm>
              <a:off x="4190280"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Connecteur droit 98">
              <a:extLst>
                <a:ext uri="{FF2B5EF4-FFF2-40B4-BE49-F238E27FC236}">
                  <a16:creationId xmlns:a16="http://schemas.microsoft.com/office/drawing/2014/main" id="{71628876-83EE-4DC7-8869-F56C4D143E48}"/>
                </a:ext>
              </a:extLst>
            </p:cNvPr>
            <p:cNvCxnSpPr>
              <a:cxnSpLocks/>
            </p:cNvCxnSpPr>
            <p:nvPr/>
          </p:nvCxnSpPr>
          <p:spPr>
            <a:xfrm>
              <a:off x="518971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Connecteur droit 99">
              <a:extLst>
                <a:ext uri="{FF2B5EF4-FFF2-40B4-BE49-F238E27FC236}">
                  <a16:creationId xmlns:a16="http://schemas.microsoft.com/office/drawing/2014/main" id="{35031072-625B-4FC2-A7AF-A25668B28834}"/>
                </a:ext>
              </a:extLst>
            </p:cNvPr>
            <p:cNvCxnSpPr>
              <a:cxnSpLocks/>
            </p:cNvCxnSpPr>
            <p:nvPr/>
          </p:nvCxnSpPr>
          <p:spPr>
            <a:xfrm>
              <a:off x="618915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Connecteur droit 100">
              <a:extLst>
                <a:ext uri="{FF2B5EF4-FFF2-40B4-BE49-F238E27FC236}">
                  <a16:creationId xmlns:a16="http://schemas.microsoft.com/office/drawing/2014/main" id="{F929441C-AEB2-42CA-8577-3203F43FEB0E}"/>
                </a:ext>
              </a:extLst>
            </p:cNvPr>
            <p:cNvCxnSpPr>
              <a:cxnSpLocks/>
            </p:cNvCxnSpPr>
            <p:nvPr/>
          </p:nvCxnSpPr>
          <p:spPr>
            <a:xfrm>
              <a:off x="7188594"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Connecteur droit 101">
              <a:extLst>
                <a:ext uri="{FF2B5EF4-FFF2-40B4-BE49-F238E27FC236}">
                  <a16:creationId xmlns:a16="http://schemas.microsoft.com/office/drawing/2014/main" id="{19CA70B7-031F-4092-B4FA-4A90532B5036}"/>
                </a:ext>
              </a:extLst>
            </p:cNvPr>
            <p:cNvCxnSpPr>
              <a:cxnSpLocks/>
            </p:cNvCxnSpPr>
            <p:nvPr/>
          </p:nvCxnSpPr>
          <p:spPr>
            <a:xfrm>
              <a:off x="8188032"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Connecteur droit 102">
              <a:extLst>
                <a:ext uri="{FF2B5EF4-FFF2-40B4-BE49-F238E27FC236}">
                  <a16:creationId xmlns:a16="http://schemas.microsoft.com/office/drawing/2014/main" id="{9E85C53C-39CA-4C00-B01E-8C5674BAF03D}"/>
                </a:ext>
              </a:extLst>
            </p:cNvPr>
            <p:cNvCxnSpPr>
              <a:cxnSpLocks/>
            </p:cNvCxnSpPr>
            <p:nvPr/>
          </p:nvCxnSpPr>
          <p:spPr>
            <a:xfrm>
              <a:off x="9187470"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Connecteur droit 103">
              <a:extLst>
                <a:ext uri="{FF2B5EF4-FFF2-40B4-BE49-F238E27FC236}">
                  <a16:creationId xmlns:a16="http://schemas.microsoft.com/office/drawing/2014/main" id="{A28812B8-C920-4FEC-AB94-4B5D8B478A67}"/>
                </a:ext>
              </a:extLst>
            </p:cNvPr>
            <p:cNvCxnSpPr>
              <a:cxnSpLocks/>
            </p:cNvCxnSpPr>
            <p:nvPr/>
          </p:nvCxnSpPr>
          <p:spPr>
            <a:xfrm>
              <a:off x="1018690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Connecteur droit 104">
              <a:extLst>
                <a:ext uri="{FF2B5EF4-FFF2-40B4-BE49-F238E27FC236}">
                  <a16:creationId xmlns:a16="http://schemas.microsoft.com/office/drawing/2014/main" id="{98A158BC-BDC0-4D6B-8006-BBDF7041EDDB}"/>
                </a:ext>
              </a:extLst>
            </p:cNvPr>
            <p:cNvCxnSpPr>
              <a:cxnSpLocks/>
            </p:cNvCxnSpPr>
            <p:nvPr/>
          </p:nvCxnSpPr>
          <p:spPr>
            <a:xfrm>
              <a:off x="1118634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Connecteur droit 105">
              <a:extLst>
                <a:ext uri="{FF2B5EF4-FFF2-40B4-BE49-F238E27FC236}">
                  <a16:creationId xmlns:a16="http://schemas.microsoft.com/office/drawing/2014/main" id="{9EB0F122-2776-4058-B989-F3BAFDA95F55}"/>
                </a:ext>
              </a:extLst>
            </p:cNvPr>
            <p:cNvCxnSpPr>
              <a:cxnSpLocks/>
            </p:cNvCxnSpPr>
            <p:nvPr/>
          </p:nvCxnSpPr>
          <p:spPr>
            <a:xfrm>
              <a:off x="1218578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Connecteur droit 106">
              <a:extLst>
                <a:ext uri="{FF2B5EF4-FFF2-40B4-BE49-F238E27FC236}">
                  <a16:creationId xmlns:a16="http://schemas.microsoft.com/office/drawing/2014/main" id="{0F9018F4-E93E-4825-B7D6-94648C22CEED}"/>
                </a:ext>
              </a:extLst>
            </p:cNvPr>
            <p:cNvCxnSpPr>
              <a:cxnSpLocks/>
            </p:cNvCxnSpPr>
            <p:nvPr/>
          </p:nvCxnSpPr>
          <p:spPr>
            <a:xfrm>
              <a:off x="0" y="17171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Connecteur droit 107">
              <a:extLst>
                <a:ext uri="{FF2B5EF4-FFF2-40B4-BE49-F238E27FC236}">
                  <a16:creationId xmlns:a16="http://schemas.microsoft.com/office/drawing/2014/main" id="{D4F7E653-1B6A-4AEE-998A-D7B535D02D47}"/>
                </a:ext>
              </a:extLst>
            </p:cNvPr>
            <p:cNvCxnSpPr>
              <a:cxnSpLocks/>
            </p:cNvCxnSpPr>
            <p:nvPr/>
          </p:nvCxnSpPr>
          <p:spPr>
            <a:xfrm>
              <a:off x="0" y="72890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Connecteur droit 108">
              <a:extLst>
                <a:ext uri="{FF2B5EF4-FFF2-40B4-BE49-F238E27FC236}">
                  <a16:creationId xmlns:a16="http://schemas.microsoft.com/office/drawing/2014/main" id="{5A1439AF-AC90-41E1-885A-7E869844D4C7}"/>
                </a:ext>
              </a:extLst>
            </p:cNvPr>
            <p:cNvCxnSpPr>
              <a:cxnSpLocks/>
            </p:cNvCxnSpPr>
            <p:nvPr/>
          </p:nvCxnSpPr>
          <p:spPr>
            <a:xfrm>
              <a:off x="0" y="128609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Connecteur droit 109">
              <a:extLst>
                <a:ext uri="{FF2B5EF4-FFF2-40B4-BE49-F238E27FC236}">
                  <a16:creationId xmlns:a16="http://schemas.microsoft.com/office/drawing/2014/main" id="{E0A50FF0-A246-4674-BCF4-476255BEC15B}"/>
                </a:ext>
              </a:extLst>
            </p:cNvPr>
            <p:cNvCxnSpPr>
              <a:cxnSpLocks/>
            </p:cNvCxnSpPr>
            <p:nvPr/>
          </p:nvCxnSpPr>
          <p:spPr>
            <a:xfrm>
              <a:off x="0" y="184328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Connecteur droit 110">
              <a:extLst>
                <a:ext uri="{FF2B5EF4-FFF2-40B4-BE49-F238E27FC236}">
                  <a16:creationId xmlns:a16="http://schemas.microsoft.com/office/drawing/2014/main" id="{E1885235-40A5-43E7-B9FA-DD4B5D22E218}"/>
                </a:ext>
              </a:extLst>
            </p:cNvPr>
            <p:cNvCxnSpPr>
              <a:cxnSpLocks/>
            </p:cNvCxnSpPr>
            <p:nvPr/>
          </p:nvCxnSpPr>
          <p:spPr>
            <a:xfrm>
              <a:off x="0" y="240047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Connecteur droit 111">
              <a:extLst>
                <a:ext uri="{FF2B5EF4-FFF2-40B4-BE49-F238E27FC236}">
                  <a16:creationId xmlns:a16="http://schemas.microsoft.com/office/drawing/2014/main" id="{0C816EA7-5943-42BE-858C-AF2089001AD7}"/>
                </a:ext>
              </a:extLst>
            </p:cNvPr>
            <p:cNvCxnSpPr>
              <a:cxnSpLocks/>
            </p:cNvCxnSpPr>
            <p:nvPr/>
          </p:nvCxnSpPr>
          <p:spPr>
            <a:xfrm>
              <a:off x="0" y="295766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Connecteur droit 112">
              <a:extLst>
                <a:ext uri="{FF2B5EF4-FFF2-40B4-BE49-F238E27FC236}">
                  <a16:creationId xmlns:a16="http://schemas.microsoft.com/office/drawing/2014/main" id="{709DD2EF-AD5F-4463-BAFC-E7F6F3402C8E}"/>
                </a:ext>
              </a:extLst>
            </p:cNvPr>
            <p:cNvCxnSpPr>
              <a:cxnSpLocks/>
            </p:cNvCxnSpPr>
            <p:nvPr/>
          </p:nvCxnSpPr>
          <p:spPr>
            <a:xfrm>
              <a:off x="0" y="351485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Connecteur droit 113">
              <a:extLst>
                <a:ext uri="{FF2B5EF4-FFF2-40B4-BE49-F238E27FC236}">
                  <a16:creationId xmlns:a16="http://schemas.microsoft.com/office/drawing/2014/main" id="{CFB6B983-6B14-43E0-9CE4-22E97309D8F4}"/>
                </a:ext>
              </a:extLst>
            </p:cNvPr>
            <p:cNvCxnSpPr>
              <a:cxnSpLocks/>
            </p:cNvCxnSpPr>
            <p:nvPr/>
          </p:nvCxnSpPr>
          <p:spPr>
            <a:xfrm>
              <a:off x="0" y="407204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Connecteur droit 114">
              <a:extLst>
                <a:ext uri="{FF2B5EF4-FFF2-40B4-BE49-F238E27FC236}">
                  <a16:creationId xmlns:a16="http://schemas.microsoft.com/office/drawing/2014/main" id="{9AAB25A3-8A3B-4279-AACD-37DD3FCAAFD5}"/>
                </a:ext>
              </a:extLst>
            </p:cNvPr>
            <p:cNvCxnSpPr>
              <a:cxnSpLocks/>
            </p:cNvCxnSpPr>
            <p:nvPr/>
          </p:nvCxnSpPr>
          <p:spPr>
            <a:xfrm>
              <a:off x="0" y="462923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Connecteur droit 115">
              <a:extLst>
                <a:ext uri="{FF2B5EF4-FFF2-40B4-BE49-F238E27FC236}">
                  <a16:creationId xmlns:a16="http://schemas.microsoft.com/office/drawing/2014/main" id="{63B2619E-3696-48DC-80B3-6E827F432FEA}"/>
                </a:ext>
              </a:extLst>
            </p:cNvPr>
            <p:cNvCxnSpPr>
              <a:cxnSpLocks/>
            </p:cNvCxnSpPr>
            <p:nvPr/>
          </p:nvCxnSpPr>
          <p:spPr>
            <a:xfrm>
              <a:off x="0" y="518642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Connecteur droit 116">
              <a:extLst>
                <a:ext uri="{FF2B5EF4-FFF2-40B4-BE49-F238E27FC236}">
                  <a16:creationId xmlns:a16="http://schemas.microsoft.com/office/drawing/2014/main" id="{99B75BCC-DBCB-4C72-A90A-E950FDF7DBDF}"/>
                </a:ext>
              </a:extLst>
            </p:cNvPr>
            <p:cNvCxnSpPr>
              <a:cxnSpLocks/>
            </p:cNvCxnSpPr>
            <p:nvPr/>
          </p:nvCxnSpPr>
          <p:spPr>
            <a:xfrm>
              <a:off x="0" y="574361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Connecteur droit 117">
              <a:extLst>
                <a:ext uri="{FF2B5EF4-FFF2-40B4-BE49-F238E27FC236}">
                  <a16:creationId xmlns:a16="http://schemas.microsoft.com/office/drawing/2014/main" id="{8070D7F8-AC6B-4E63-9681-742BE98272AA}"/>
                </a:ext>
              </a:extLst>
            </p:cNvPr>
            <p:cNvCxnSpPr>
              <a:cxnSpLocks/>
            </p:cNvCxnSpPr>
            <p:nvPr/>
          </p:nvCxnSpPr>
          <p:spPr>
            <a:xfrm>
              <a:off x="0" y="6857999"/>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Connecteur droit 118">
              <a:extLst>
                <a:ext uri="{FF2B5EF4-FFF2-40B4-BE49-F238E27FC236}">
                  <a16:creationId xmlns:a16="http://schemas.microsoft.com/office/drawing/2014/main" id="{E11D8428-90D3-4548-AA28-A6F9C1B92183}"/>
                </a:ext>
              </a:extLst>
            </p:cNvPr>
            <p:cNvCxnSpPr>
              <a:cxnSpLocks/>
            </p:cNvCxnSpPr>
            <p:nvPr/>
          </p:nvCxnSpPr>
          <p:spPr>
            <a:xfrm>
              <a:off x="16613" y="6248400"/>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600C71E3-446B-4C21-B7C7-B8872FBB5C2C}"/>
              </a:ext>
              <a:ext uri="{C183D7F6-B498-43B3-948B-1728B52AA6E4}">
                <adec:decorative xmlns:adec="http://schemas.microsoft.com/office/drawing/2017/decorative" val="1"/>
              </a:ext>
            </a:extLst>
          </p:cNvPr>
          <p:cNvSpPr/>
          <p:nvPr userDrawn="1"/>
        </p:nvSpPr>
        <p:spPr>
          <a:xfrm>
            <a:off x="0" y="-1"/>
            <a:ext cx="12192000" cy="6858001"/>
          </a:xfrm>
          <a:prstGeom prst="rect">
            <a:avLst/>
          </a:prstGeom>
          <a:solidFill>
            <a:schemeClr val="accent1">
              <a:lumMod val="40000"/>
              <a:lumOff val="60000"/>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77" name="Triangle rectangle 76">
            <a:extLst>
              <a:ext uri="{FF2B5EF4-FFF2-40B4-BE49-F238E27FC236}">
                <a16:creationId xmlns:a16="http://schemas.microsoft.com/office/drawing/2014/main" id="{4E3D1D5C-A81E-44CF-B721-6FBE69359930}"/>
              </a:ext>
              <a:ext uri="{C183D7F6-B498-43B3-948B-1728B52AA6E4}">
                <adec:decorative xmlns:adec="http://schemas.microsoft.com/office/drawing/2017/decorative" val="1"/>
              </a:ext>
            </a:extLst>
          </p:cNvPr>
          <p:cNvSpPr/>
          <p:nvPr userDrawn="1"/>
        </p:nvSpPr>
        <p:spPr>
          <a:xfrm rot="18900000">
            <a:off x="5905012" y="-284145"/>
            <a:ext cx="568289" cy="568289"/>
          </a:xfrm>
          <a:prstGeom prst="rtTriangle">
            <a:avLst/>
          </a:prstGeom>
          <a:solidFill>
            <a:schemeClr val="bg1">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3" name="Titre 2">
            <a:extLst>
              <a:ext uri="{FF2B5EF4-FFF2-40B4-BE49-F238E27FC236}">
                <a16:creationId xmlns:a16="http://schemas.microsoft.com/office/drawing/2014/main" id="{285F7FBB-B77A-47E6-9B07-5B0A0E9B589A}"/>
              </a:ext>
            </a:extLst>
          </p:cNvPr>
          <p:cNvSpPr>
            <a:spLocks noGrp="1"/>
          </p:cNvSpPr>
          <p:nvPr>
            <p:ph type="title" hasCustomPrompt="1"/>
          </p:nvPr>
        </p:nvSpPr>
        <p:spPr>
          <a:xfrm>
            <a:off x="767814" y="456532"/>
            <a:ext cx="10656372" cy="1126426"/>
          </a:xfrm>
          <a:prstGeom prst="rect">
            <a:avLst/>
          </a:prstGeom>
        </p:spPr>
        <p:txBody>
          <a:bodyPr rtlCol="0" anchor="ctr"/>
          <a:lstStyle>
            <a:lvl1pPr algn="ctr">
              <a:defRPr>
                <a:solidFill>
                  <a:schemeClr val="tx2"/>
                </a:solidFill>
              </a:defRPr>
            </a:lvl1pPr>
          </a:lstStyle>
          <a:p>
            <a:pPr rtl="0"/>
            <a:r>
              <a:rPr lang="fr-FR" noProof="0"/>
              <a:t>Cliquez pour ajouter un titre</a:t>
            </a:r>
          </a:p>
        </p:txBody>
      </p:sp>
      <p:sp>
        <p:nvSpPr>
          <p:cNvPr id="82" name="Espace réservé du texte 81">
            <a:extLst>
              <a:ext uri="{FF2B5EF4-FFF2-40B4-BE49-F238E27FC236}">
                <a16:creationId xmlns:a16="http://schemas.microsoft.com/office/drawing/2014/main" id="{8D29AE11-25A6-4A91-94C1-6A26AB6CA3FB}"/>
              </a:ext>
            </a:extLst>
          </p:cNvPr>
          <p:cNvSpPr>
            <a:spLocks noGrp="1"/>
          </p:cNvSpPr>
          <p:nvPr>
            <p:ph type="body" sz="quarter" idx="13" hasCustomPrompt="1"/>
          </p:nvPr>
        </p:nvSpPr>
        <p:spPr>
          <a:xfrm>
            <a:off x="697390" y="1816398"/>
            <a:ext cx="5164137" cy="772972"/>
          </a:xfrm>
          <a:prstGeom prst="rect">
            <a:avLst/>
          </a:prstGeom>
        </p:spPr>
        <p:txBody>
          <a:bodyPr rtlCol="0"/>
          <a:lstStyle>
            <a:lvl1pPr marL="0" indent="0">
              <a:buNone/>
              <a:defRPr b="1">
                <a:solidFill>
                  <a:schemeClr val="accent5"/>
                </a:solidFill>
                <a:latin typeface="+mj-lt"/>
              </a:defRPr>
            </a:lvl1pPr>
          </a:lstStyle>
          <a:p>
            <a:pPr lvl="0" rtl="0"/>
            <a:r>
              <a:rPr lang="fr-FR" noProof="0"/>
              <a:t>Insérer un sous-titre ici</a:t>
            </a:r>
          </a:p>
        </p:txBody>
      </p:sp>
      <p:sp>
        <p:nvSpPr>
          <p:cNvPr id="85" name="Espace réservé du texte 84">
            <a:extLst>
              <a:ext uri="{FF2B5EF4-FFF2-40B4-BE49-F238E27FC236}">
                <a16:creationId xmlns:a16="http://schemas.microsoft.com/office/drawing/2014/main" id="{8BC29F00-8301-4CEE-BA06-1D534F497092}"/>
              </a:ext>
            </a:extLst>
          </p:cNvPr>
          <p:cNvSpPr>
            <a:spLocks noGrp="1"/>
          </p:cNvSpPr>
          <p:nvPr>
            <p:ph type="body" sz="quarter" idx="15" hasCustomPrompt="1"/>
          </p:nvPr>
        </p:nvSpPr>
        <p:spPr>
          <a:xfrm>
            <a:off x="696913" y="2597976"/>
            <a:ext cx="5164137" cy="3119437"/>
          </a:xfrm>
          <a:prstGeom prst="rect">
            <a:avLst/>
          </a:prstGeom>
        </p:spPr>
        <p:txBody>
          <a:bodyPr rtlCol="0"/>
          <a:lstStyle>
            <a:lvl1pPr marL="457200" indent="-457200">
              <a:lnSpc>
                <a:spcPct val="100000"/>
              </a:lnSpc>
              <a:buClrTx/>
              <a:buFont typeface="+mj-lt"/>
              <a:buAutoNum type="arabicPeriod"/>
              <a:defRPr sz="1800">
                <a:solidFill>
                  <a:schemeClr val="tx1"/>
                </a:solidFill>
              </a:defRPr>
            </a:lvl1pPr>
          </a:lstStyle>
          <a:p>
            <a:pPr lvl="0" rtl="0"/>
            <a:r>
              <a:rPr lang="fr-FR" noProof="0"/>
              <a:t>Insérer du texte ici</a:t>
            </a:r>
          </a:p>
        </p:txBody>
      </p:sp>
      <p:sp>
        <p:nvSpPr>
          <p:cNvPr id="83" name="Espace réservé du texte 81">
            <a:extLst>
              <a:ext uri="{FF2B5EF4-FFF2-40B4-BE49-F238E27FC236}">
                <a16:creationId xmlns:a16="http://schemas.microsoft.com/office/drawing/2014/main" id="{348078F7-442A-4846-A477-54C056EEA031}"/>
              </a:ext>
            </a:extLst>
          </p:cNvPr>
          <p:cNvSpPr>
            <a:spLocks noGrp="1"/>
          </p:cNvSpPr>
          <p:nvPr>
            <p:ph type="body" sz="quarter" idx="14" hasCustomPrompt="1"/>
          </p:nvPr>
        </p:nvSpPr>
        <p:spPr>
          <a:xfrm>
            <a:off x="6189156" y="1816398"/>
            <a:ext cx="5164137" cy="772972"/>
          </a:xfrm>
          <a:prstGeom prst="rect">
            <a:avLst/>
          </a:prstGeom>
        </p:spPr>
        <p:txBody>
          <a:bodyPr rtlCol="0"/>
          <a:lstStyle>
            <a:lvl1pPr marL="0" indent="0">
              <a:buNone/>
              <a:defRPr b="1">
                <a:solidFill>
                  <a:schemeClr val="accent5"/>
                </a:solidFill>
                <a:latin typeface="+mj-lt"/>
              </a:defRPr>
            </a:lvl1pPr>
          </a:lstStyle>
          <a:p>
            <a:pPr lvl="0" rtl="0"/>
            <a:r>
              <a:rPr lang="fr-FR" noProof="0"/>
              <a:t>Insérer un sous-titre ici</a:t>
            </a:r>
          </a:p>
        </p:txBody>
      </p:sp>
      <p:sp>
        <p:nvSpPr>
          <p:cNvPr id="86" name="Espace réservé du texte 84">
            <a:extLst>
              <a:ext uri="{FF2B5EF4-FFF2-40B4-BE49-F238E27FC236}">
                <a16:creationId xmlns:a16="http://schemas.microsoft.com/office/drawing/2014/main" id="{20846AFB-4D65-421E-BDFC-A127A1D58881}"/>
              </a:ext>
            </a:extLst>
          </p:cNvPr>
          <p:cNvSpPr>
            <a:spLocks noGrp="1"/>
          </p:cNvSpPr>
          <p:nvPr>
            <p:ph type="body" sz="quarter" idx="16" hasCustomPrompt="1"/>
          </p:nvPr>
        </p:nvSpPr>
        <p:spPr>
          <a:xfrm>
            <a:off x="6189156" y="2597976"/>
            <a:ext cx="5164137" cy="3119437"/>
          </a:xfrm>
          <a:prstGeom prst="rect">
            <a:avLst/>
          </a:prstGeom>
        </p:spPr>
        <p:txBody>
          <a:bodyPr rtlCol="0"/>
          <a:lstStyle>
            <a:lvl1pPr marL="457200" indent="-457200">
              <a:lnSpc>
                <a:spcPct val="100000"/>
              </a:lnSpc>
              <a:buClrTx/>
              <a:buFont typeface="+mj-lt"/>
              <a:buAutoNum type="arabicPeriod"/>
              <a:defRPr sz="1800">
                <a:solidFill>
                  <a:schemeClr val="tx1"/>
                </a:solidFill>
              </a:defRPr>
            </a:lvl1pPr>
          </a:lstStyle>
          <a:p>
            <a:pPr lvl="0" rtl="0"/>
            <a:r>
              <a:rPr lang="fr-FR" noProof="0"/>
              <a:t>Insérer du texte ici</a:t>
            </a:r>
          </a:p>
        </p:txBody>
      </p:sp>
      <p:sp>
        <p:nvSpPr>
          <p:cNvPr id="87" name="Espace réservé de la date 3">
            <a:extLst>
              <a:ext uri="{FF2B5EF4-FFF2-40B4-BE49-F238E27FC236}">
                <a16:creationId xmlns:a16="http://schemas.microsoft.com/office/drawing/2014/main" id="{4E14FBED-7310-4E87-BFA7-050A91D10F1A}"/>
              </a:ext>
            </a:extLst>
          </p:cNvPr>
          <p:cNvSpPr>
            <a:spLocks noGrp="1"/>
          </p:cNvSpPr>
          <p:nvPr>
            <p:ph type="dt" sz="half" idx="10"/>
          </p:nvPr>
        </p:nvSpPr>
        <p:spPr>
          <a:xfrm>
            <a:off x="457200" y="6324600"/>
            <a:ext cx="2560220" cy="365125"/>
          </a:xfrm>
          <a:prstGeom prst="rect">
            <a:avLst/>
          </a:prstGeom>
        </p:spPr>
        <p:txBody>
          <a:bodyPr rtlCol="0" anchor="ctr"/>
          <a:lstStyle>
            <a:lvl1pPr>
              <a:defRPr sz="900" spc="150" baseline="0">
                <a:solidFill>
                  <a:schemeClr val="tx1"/>
                </a:solidFill>
              </a:defRPr>
            </a:lvl1pPr>
          </a:lstStyle>
          <a:p>
            <a:pPr rtl="0"/>
            <a:r>
              <a:rPr lang="fr-FR" noProof="0"/>
              <a:t>02/02/20XX</a:t>
            </a:r>
          </a:p>
        </p:txBody>
      </p:sp>
      <p:sp>
        <p:nvSpPr>
          <p:cNvPr id="88" name="Espace réservé du pied de page 4">
            <a:extLst>
              <a:ext uri="{FF2B5EF4-FFF2-40B4-BE49-F238E27FC236}">
                <a16:creationId xmlns:a16="http://schemas.microsoft.com/office/drawing/2014/main" id="{9D4E6D47-8B2E-4566-8B9E-294FAA0E60EB}"/>
              </a:ext>
            </a:extLst>
          </p:cNvPr>
          <p:cNvSpPr>
            <a:spLocks noGrp="1"/>
          </p:cNvSpPr>
          <p:nvPr>
            <p:ph type="ftr" sz="quarter" idx="11"/>
          </p:nvPr>
        </p:nvSpPr>
        <p:spPr>
          <a:xfrm>
            <a:off x="4200861" y="6319838"/>
            <a:ext cx="3982781" cy="365125"/>
          </a:xfrm>
          <a:prstGeom prst="rect">
            <a:avLst/>
          </a:prstGeom>
        </p:spPr>
        <p:txBody>
          <a:bodyPr rtlCol="0" anchor="ctr"/>
          <a:lstStyle>
            <a:lvl1pPr algn="ctr">
              <a:defRPr sz="900" spc="150" baseline="0">
                <a:solidFill>
                  <a:schemeClr val="tx1"/>
                </a:solidFill>
              </a:defRPr>
            </a:lvl1pPr>
          </a:lstStyle>
          <a:p>
            <a:pPr rtl="0"/>
            <a:r>
              <a:rPr lang="fr-FR" noProof="0"/>
              <a:t>TITRE DE LA PRÉSENTATION</a:t>
            </a:r>
          </a:p>
        </p:txBody>
      </p:sp>
      <p:sp>
        <p:nvSpPr>
          <p:cNvPr id="89" name="Espace réservé du numéro de diapositive 5">
            <a:extLst>
              <a:ext uri="{FF2B5EF4-FFF2-40B4-BE49-F238E27FC236}">
                <a16:creationId xmlns:a16="http://schemas.microsoft.com/office/drawing/2014/main" id="{100CAC88-3775-4C14-ABE2-A6DBB5137F52}"/>
              </a:ext>
            </a:extLst>
          </p:cNvPr>
          <p:cNvSpPr>
            <a:spLocks noGrp="1"/>
          </p:cNvSpPr>
          <p:nvPr>
            <p:ph type="sldNum" sz="quarter" idx="12"/>
          </p:nvPr>
        </p:nvSpPr>
        <p:spPr>
          <a:xfrm>
            <a:off x="11190806" y="6324600"/>
            <a:ext cx="799078" cy="365125"/>
          </a:xfrm>
          <a:prstGeom prst="rect">
            <a:avLst/>
          </a:prstGeom>
        </p:spPr>
        <p:txBody>
          <a:bodyPr rtlCol="0" anchor="ctr"/>
          <a:lstStyle>
            <a:lvl1pPr algn="ctr">
              <a:defRPr sz="900" spc="150" baseline="0">
                <a:solidFill>
                  <a:schemeClr val="tx1"/>
                </a:solidFill>
              </a:defRPr>
            </a:lvl1pPr>
          </a:lstStyle>
          <a:p>
            <a:pPr rtl="0"/>
            <a:fld id="{11A71338-8BA2-4C79-A6C5-5A8E30081D0C}" type="slidenum">
              <a:rPr lang="fr-FR" noProof="0" smtClean="0"/>
              <a:pPr/>
              <a:t>‹N°›</a:t>
            </a:fld>
            <a:endParaRPr lang="fr-FR" noProof="0"/>
          </a:p>
        </p:txBody>
      </p:sp>
    </p:spTree>
    <p:extLst>
      <p:ext uri="{BB962C8B-B14F-4D97-AF65-F5344CB8AC3E}">
        <p14:creationId xmlns:p14="http://schemas.microsoft.com/office/powerpoint/2010/main" val="1191817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lonne de contenu 3">
    <p:spTree>
      <p:nvGrpSpPr>
        <p:cNvPr id="1" name=""/>
        <p:cNvGrpSpPr/>
        <p:nvPr/>
      </p:nvGrpSpPr>
      <p:grpSpPr>
        <a:xfrm>
          <a:off x="0" y="0"/>
          <a:ext cx="0" cy="0"/>
          <a:chOff x="0" y="0"/>
          <a:chExt cx="0" cy="0"/>
        </a:xfrm>
      </p:grpSpPr>
      <p:sp useBgFill="1">
        <p:nvSpPr>
          <p:cNvPr id="86" name="Rectangle 85">
            <a:extLst>
              <a:ext uri="{FF2B5EF4-FFF2-40B4-BE49-F238E27FC236}">
                <a16:creationId xmlns:a16="http://schemas.microsoft.com/office/drawing/2014/main" id="{91CF620B-CA95-44EA-ABB7-3C0D72771DB4}"/>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117" name="Rectangle 116">
            <a:extLst>
              <a:ext uri="{FF2B5EF4-FFF2-40B4-BE49-F238E27FC236}">
                <a16:creationId xmlns:a16="http://schemas.microsoft.com/office/drawing/2014/main" id="{25C8A854-6AD5-4EA8-ADB0-B4224410C3A9}"/>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grpSp>
        <p:nvGrpSpPr>
          <p:cNvPr id="87" name="Groupe 86">
            <a:extLst>
              <a:ext uri="{FF2B5EF4-FFF2-40B4-BE49-F238E27FC236}">
                <a16:creationId xmlns:a16="http://schemas.microsoft.com/office/drawing/2014/main" id="{3A155F89-2CC8-4507-9CAF-52B9C04F1C09}"/>
              </a:ext>
              <a:ext uri="{C183D7F6-B498-43B3-948B-1728B52AA6E4}">
                <adec:decorative xmlns:adec="http://schemas.microsoft.com/office/drawing/2017/decorative" val="1"/>
              </a:ext>
            </a:extLst>
          </p:cNvPr>
          <p:cNvGrpSpPr/>
          <p:nvPr userDrawn="1"/>
        </p:nvGrpSpPr>
        <p:grpSpPr>
          <a:xfrm>
            <a:off x="17514" y="-1"/>
            <a:ext cx="12214827" cy="6858000"/>
            <a:chOff x="-6214" y="-1"/>
            <a:chExt cx="12214827" cy="6858000"/>
          </a:xfrm>
        </p:grpSpPr>
        <p:cxnSp>
          <p:nvCxnSpPr>
            <p:cNvPr id="88" name="Connecteur droit 87">
              <a:extLst>
                <a:ext uri="{FF2B5EF4-FFF2-40B4-BE49-F238E27FC236}">
                  <a16:creationId xmlns:a16="http://schemas.microsoft.com/office/drawing/2014/main" id="{8BD4B67D-F11A-42B5-AD36-64E839983324}"/>
                </a:ext>
              </a:extLst>
            </p:cNvPr>
            <p:cNvCxnSpPr>
              <a:cxnSpLocks/>
            </p:cNvCxnSpPr>
            <p:nvPr/>
          </p:nvCxnSpPr>
          <p:spPr>
            <a:xfrm>
              <a:off x="-6214" y="6686283"/>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Connecteur droit 88">
              <a:extLst>
                <a:ext uri="{FF2B5EF4-FFF2-40B4-BE49-F238E27FC236}">
                  <a16:creationId xmlns:a16="http://schemas.microsoft.com/office/drawing/2014/main" id="{D6D992C2-C73A-4020-AB80-910ABD8B665B}"/>
                </a:ext>
              </a:extLst>
            </p:cNvPr>
            <p:cNvCxnSpPr>
              <a:cxnSpLocks/>
            </p:cNvCxnSpPr>
            <p:nvPr/>
          </p:nvCxnSpPr>
          <p:spPr>
            <a:xfrm>
              <a:off x="0"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Connecteur droit 89">
              <a:extLst>
                <a:ext uri="{FF2B5EF4-FFF2-40B4-BE49-F238E27FC236}">
                  <a16:creationId xmlns:a16="http://schemas.microsoft.com/office/drawing/2014/main" id="{CFE2C1AC-3C9C-4E6F-AB7D-796BB42A793B}"/>
                </a:ext>
              </a:extLst>
            </p:cNvPr>
            <p:cNvCxnSpPr>
              <a:cxnSpLocks/>
            </p:cNvCxnSpPr>
            <p:nvPr/>
          </p:nvCxnSpPr>
          <p:spPr>
            <a:xfrm>
              <a:off x="1199325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Connecteur droit 90">
              <a:extLst>
                <a:ext uri="{FF2B5EF4-FFF2-40B4-BE49-F238E27FC236}">
                  <a16:creationId xmlns:a16="http://schemas.microsoft.com/office/drawing/2014/main" id="{274DEF58-5490-4294-BAB9-82EDB4B685B9}"/>
                </a:ext>
              </a:extLst>
            </p:cNvPr>
            <p:cNvCxnSpPr>
              <a:cxnSpLocks/>
            </p:cNvCxnSpPr>
            <p:nvPr/>
          </p:nvCxnSpPr>
          <p:spPr>
            <a:xfrm>
              <a:off x="19252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Connecteur droit 91">
              <a:extLst>
                <a:ext uri="{FF2B5EF4-FFF2-40B4-BE49-F238E27FC236}">
                  <a16:creationId xmlns:a16="http://schemas.microsoft.com/office/drawing/2014/main" id="{36C22FA6-2BFF-4A17-A8A3-6D0DF06B1F11}"/>
                </a:ext>
              </a:extLst>
            </p:cNvPr>
            <p:cNvCxnSpPr>
              <a:cxnSpLocks/>
            </p:cNvCxnSpPr>
            <p:nvPr/>
          </p:nvCxnSpPr>
          <p:spPr>
            <a:xfrm>
              <a:off x="119196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Connecteur droit 92">
              <a:extLst>
                <a:ext uri="{FF2B5EF4-FFF2-40B4-BE49-F238E27FC236}">
                  <a16:creationId xmlns:a16="http://schemas.microsoft.com/office/drawing/2014/main" id="{F6D8CA74-FFC2-4419-A69D-5FA13927B46F}"/>
                </a:ext>
              </a:extLst>
            </p:cNvPr>
            <p:cNvCxnSpPr>
              <a:cxnSpLocks/>
            </p:cNvCxnSpPr>
            <p:nvPr/>
          </p:nvCxnSpPr>
          <p:spPr>
            <a:xfrm>
              <a:off x="2191404"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Connecteur droit 93">
              <a:extLst>
                <a:ext uri="{FF2B5EF4-FFF2-40B4-BE49-F238E27FC236}">
                  <a16:creationId xmlns:a16="http://schemas.microsoft.com/office/drawing/2014/main" id="{A324DD6D-F6AE-4E1F-898D-939DCF98FC63}"/>
                </a:ext>
              </a:extLst>
            </p:cNvPr>
            <p:cNvCxnSpPr>
              <a:cxnSpLocks/>
            </p:cNvCxnSpPr>
            <p:nvPr/>
          </p:nvCxnSpPr>
          <p:spPr>
            <a:xfrm>
              <a:off x="3190842"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Connecteur droit 94">
              <a:extLst>
                <a:ext uri="{FF2B5EF4-FFF2-40B4-BE49-F238E27FC236}">
                  <a16:creationId xmlns:a16="http://schemas.microsoft.com/office/drawing/2014/main" id="{0E0F22C7-C523-4F27-A682-25E22C10A4B4}"/>
                </a:ext>
              </a:extLst>
            </p:cNvPr>
            <p:cNvCxnSpPr>
              <a:cxnSpLocks/>
            </p:cNvCxnSpPr>
            <p:nvPr/>
          </p:nvCxnSpPr>
          <p:spPr>
            <a:xfrm>
              <a:off x="4190280"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Connecteur droit 95">
              <a:extLst>
                <a:ext uri="{FF2B5EF4-FFF2-40B4-BE49-F238E27FC236}">
                  <a16:creationId xmlns:a16="http://schemas.microsoft.com/office/drawing/2014/main" id="{D8C830C3-0BFC-4AA7-872B-FF1C785DBB5E}"/>
                </a:ext>
              </a:extLst>
            </p:cNvPr>
            <p:cNvCxnSpPr>
              <a:cxnSpLocks/>
            </p:cNvCxnSpPr>
            <p:nvPr/>
          </p:nvCxnSpPr>
          <p:spPr>
            <a:xfrm>
              <a:off x="518971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Connecteur droit 96">
              <a:extLst>
                <a:ext uri="{FF2B5EF4-FFF2-40B4-BE49-F238E27FC236}">
                  <a16:creationId xmlns:a16="http://schemas.microsoft.com/office/drawing/2014/main" id="{C33F1ADE-8ECD-4FC1-8B6A-DE1C1675B95C}"/>
                </a:ext>
              </a:extLst>
            </p:cNvPr>
            <p:cNvCxnSpPr>
              <a:cxnSpLocks/>
            </p:cNvCxnSpPr>
            <p:nvPr/>
          </p:nvCxnSpPr>
          <p:spPr>
            <a:xfrm>
              <a:off x="618915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Connecteur droit 97">
              <a:extLst>
                <a:ext uri="{FF2B5EF4-FFF2-40B4-BE49-F238E27FC236}">
                  <a16:creationId xmlns:a16="http://schemas.microsoft.com/office/drawing/2014/main" id="{13D25F39-5E7A-43D1-B675-629B3393384A}"/>
                </a:ext>
              </a:extLst>
            </p:cNvPr>
            <p:cNvCxnSpPr>
              <a:cxnSpLocks/>
            </p:cNvCxnSpPr>
            <p:nvPr/>
          </p:nvCxnSpPr>
          <p:spPr>
            <a:xfrm>
              <a:off x="7188594"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Connecteur droit 98">
              <a:extLst>
                <a:ext uri="{FF2B5EF4-FFF2-40B4-BE49-F238E27FC236}">
                  <a16:creationId xmlns:a16="http://schemas.microsoft.com/office/drawing/2014/main" id="{F9FBA4B2-FB49-4B68-ABBB-19B47CCAF2EC}"/>
                </a:ext>
              </a:extLst>
            </p:cNvPr>
            <p:cNvCxnSpPr>
              <a:cxnSpLocks/>
            </p:cNvCxnSpPr>
            <p:nvPr/>
          </p:nvCxnSpPr>
          <p:spPr>
            <a:xfrm>
              <a:off x="8188032"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Connecteur droit 99">
              <a:extLst>
                <a:ext uri="{FF2B5EF4-FFF2-40B4-BE49-F238E27FC236}">
                  <a16:creationId xmlns:a16="http://schemas.microsoft.com/office/drawing/2014/main" id="{631B16C3-0946-4E2F-9275-87F95C25C0E6}"/>
                </a:ext>
              </a:extLst>
            </p:cNvPr>
            <p:cNvCxnSpPr>
              <a:cxnSpLocks/>
            </p:cNvCxnSpPr>
            <p:nvPr/>
          </p:nvCxnSpPr>
          <p:spPr>
            <a:xfrm>
              <a:off x="9187470"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Connecteur droit 100">
              <a:extLst>
                <a:ext uri="{FF2B5EF4-FFF2-40B4-BE49-F238E27FC236}">
                  <a16:creationId xmlns:a16="http://schemas.microsoft.com/office/drawing/2014/main" id="{6160A9E2-9353-4FC1-9099-E56AEFE6C022}"/>
                </a:ext>
              </a:extLst>
            </p:cNvPr>
            <p:cNvCxnSpPr>
              <a:cxnSpLocks/>
            </p:cNvCxnSpPr>
            <p:nvPr/>
          </p:nvCxnSpPr>
          <p:spPr>
            <a:xfrm>
              <a:off x="10186908"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Connecteur droit 101">
              <a:extLst>
                <a:ext uri="{FF2B5EF4-FFF2-40B4-BE49-F238E27FC236}">
                  <a16:creationId xmlns:a16="http://schemas.microsoft.com/office/drawing/2014/main" id="{501D6BDE-C806-4832-BFE5-B43692D4EC54}"/>
                </a:ext>
              </a:extLst>
            </p:cNvPr>
            <p:cNvCxnSpPr>
              <a:cxnSpLocks/>
            </p:cNvCxnSpPr>
            <p:nvPr/>
          </p:nvCxnSpPr>
          <p:spPr>
            <a:xfrm>
              <a:off x="1118634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Connecteur droit 102">
              <a:extLst>
                <a:ext uri="{FF2B5EF4-FFF2-40B4-BE49-F238E27FC236}">
                  <a16:creationId xmlns:a16="http://schemas.microsoft.com/office/drawing/2014/main" id="{C13E0E13-B29D-4A6F-BD03-B4B74E5C9F8D}"/>
                </a:ext>
              </a:extLst>
            </p:cNvPr>
            <p:cNvCxnSpPr>
              <a:cxnSpLocks/>
            </p:cNvCxnSpPr>
            <p:nvPr/>
          </p:nvCxnSpPr>
          <p:spPr>
            <a:xfrm>
              <a:off x="12185786" y="-1"/>
              <a:ext cx="0" cy="685800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Connecteur droit 103">
              <a:extLst>
                <a:ext uri="{FF2B5EF4-FFF2-40B4-BE49-F238E27FC236}">
                  <a16:creationId xmlns:a16="http://schemas.microsoft.com/office/drawing/2014/main" id="{99062266-EA73-40C1-B2BA-84A5B170C468}"/>
                </a:ext>
              </a:extLst>
            </p:cNvPr>
            <p:cNvCxnSpPr>
              <a:cxnSpLocks/>
            </p:cNvCxnSpPr>
            <p:nvPr/>
          </p:nvCxnSpPr>
          <p:spPr>
            <a:xfrm>
              <a:off x="0" y="17171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Connecteur droit 104">
              <a:extLst>
                <a:ext uri="{FF2B5EF4-FFF2-40B4-BE49-F238E27FC236}">
                  <a16:creationId xmlns:a16="http://schemas.microsoft.com/office/drawing/2014/main" id="{98CA1C91-AC4A-4ECC-ABBE-F95A0D716391}"/>
                </a:ext>
              </a:extLst>
            </p:cNvPr>
            <p:cNvCxnSpPr>
              <a:cxnSpLocks/>
            </p:cNvCxnSpPr>
            <p:nvPr/>
          </p:nvCxnSpPr>
          <p:spPr>
            <a:xfrm>
              <a:off x="0" y="72890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Connecteur droit 105">
              <a:extLst>
                <a:ext uri="{FF2B5EF4-FFF2-40B4-BE49-F238E27FC236}">
                  <a16:creationId xmlns:a16="http://schemas.microsoft.com/office/drawing/2014/main" id="{D9ED7D18-4C21-4EC7-A69E-F217BB037F41}"/>
                </a:ext>
              </a:extLst>
            </p:cNvPr>
            <p:cNvCxnSpPr>
              <a:cxnSpLocks/>
            </p:cNvCxnSpPr>
            <p:nvPr/>
          </p:nvCxnSpPr>
          <p:spPr>
            <a:xfrm>
              <a:off x="0" y="128609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Connecteur droit 106">
              <a:extLst>
                <a:ext uri="{FF2B5EF4-FFF2-40B4-BE49-F238E27FC236}">
                  <a16:creationId xmlns:a16="http://schemas.microsoft.com/office/drawing/2014/main" id="{3DE6646E-0507-49D1-BC5A-96FDF97E8D4D}"/>
                </a:ext>
              </a:extLst>
            </p:cNvPr>
            <p:cNvCxnSpPr>
              <a:cxnSpLocks/>
            </p:cNvCxnSpPr>
            <p:nvPr/>
          </p:nvCxnSpPr>
          <p:spPr>
            <a:xfrm>
              <a:off x="0" y="184328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Connecteur droit 107">
              <a:extLst>
                <a:ext uri="{FF2B5EF4-FFF2-40B4-BE49-F238E27FC236}">
                  <a16:creationId xmlns:a16="http://schemas.microsoft.com/office/drawing/2014/main" id="{880A6265-73D5-4AFE-B003-E79690762B85}"/>
                </a:ext>
              </a:extLst>
            </p:cNvPr>
            <p:cNvCxnSpPr>
              <a:cxnSpLocks/>
            </p:cNvCxnSpPr>
            <p:nvPr/>
          </p:nvCxnSpPr>
          <p:spPr>
            <a:xfrm>
              <a:off x="0" y="240047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Connecteur droit 108">
              <a:extLst>
                <a:ext uri="{FF2B5EF4-FFF2-40B4-BE49-F238E27FC236}">
                  <a16:creationId xmlns:a16="http://schemas.microsoft.com/office/drawing/2014/main" id="{C5FF6B8A-5930-4909-A84D-9D86FAAEA49A}"/>
                </a:ext>
              </a:extLst>
            </p:cNvPr>
            <p:cNvCxnSpPr>
              <a:cxnSpLocks/>
            </p:cNvCxnSpPr>
            <p:nvPr/>
          </p:nvCxnSpPr>
          <p:spPr>
            <a:xfrm>
              <a:off x="0" y="295766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Connecteur droit 109">
              <a:extLst>
                <a:ext uri="{FF2B5EF4-FFF2-40B4-BE49-F238E27FC236}">
                  <a16:creationId xmlns:a16="http://schemas.microsoft.com/office/drawing/2014/main" id="{0BE97C02-B5E8-4E85-AB2D-1B144728C667}"/>
                </a:ext>
              </a:extLst>
            </p:cNvPr>
            <p:cNvCxnSpPr>
              <a:cxnSpLocks/>
            </p:cNvCxnSpPr>
            <p:nvPr/>
          </p:nvCxnSpPr>
          <p:spPr>
            <a:xfrm>
              <a:off x="0" y="351485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Connecteur droit 110">
              <a:extLst>
                <a:ext uri="{FF2B5EF4-FFF2-40B4-BE49-F238E27FC236}">
                  <a16:creationId xmlns:a16="http://schemas.microsoft.com/office/drawing/2014/main" id="{9E0D9532-E4F7-4181-B732-B402D7E92939}"/>
                </a:ext>
              </a:extLst>
            </p:cNvPr>
            <p:cNvCxnSpPr>
              <a:cxnSpLocks/>
            </p:cNvCxnSpPr>
            <p:nvPr/>
          </p:nvCxnSpPr>
          <p:spPr>
            <a:xfrm>
              <a:off x="0" y="407204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Connecteur droit 111">
              <a:extLst>
                <a:ext uri="{FF2B5EF4-FFF2-40B4-BE49-F238E27FC236}">
                  <a16:creationId xmlns:a16="http://schemas.microsoft.com/office/drawing/2014/main" id="{E0FED504-48F9-42AE-8C1D-18ABEA360C46}"/>
                </a:ext>
              </a:extLst>
            </p:cNvPr>
            <p:cNvCxnSpPr>
              <a:cxnSpLocks/>
            </p:cNvCxnSpPr>
            <p:nvPr/>
          </p:nvCxnSpPr>
          <p:spPr>
            <a:xfrm>
              <a:off x="0" y="462923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Connecteur droit 112">
              <a:extLst>
                <a:ext uri="{FF2B5EF4-FFF2-40B4-BE49-F238E27FC236}">
                  <a16:creationId xmlns:a16="http://schemas.microsoft.com/office/drawing/2014/main" id="{761B5F04-4827-493D-8CDB-8FC1F21F8690}"/>
                </a:ext>
              </a:extLst>
            </p:cNvPr>
            <p:cNvCxnSpPr>
              <a:cxnSpLocks/>
            </p:cNvCxnSpPr>
            <p:nvPr/>
          </p:nvCxnSpPr>
          <p:spPr>
            <a:xfrm>
              <a:off x="0" y="518642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Connecteur droit 113">
              <a:extLst>
                <a:ext uri="{FF2B5EF4-FFF2-40B4-BE49-F238E27FC236}">
                  <a16:creationId xmlns:a16="http://schemas.microsoft.com/office/drawing/2014/main" id="{A4D02F9F-A9FF-4569-B1CF-3D5B0B8A589C}"/>
                </a:ext>
              </a:extLst>
            </p:cNvPr>
            <p:cNvCxnSpPr>
              <a:cxnSpLocks/>
            </p:cNvCxnSpPr>
            <p:nvPr/>
          </p:nvCxnSpPr>
          <p:spPr>
            <a:xfrm>
              <a:off x="0" y="5743616"/>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Connecteur droit 114">
              <a:extLst>
                <a:ext uri="{FF2B5EF4-FFF2-40B4-BE49-F238E27FC236}">
                  <a16:creationId xmlns:a16="http://schemas.microsoft.com/office/drawing/2014/main" id="{EE699586-9F40-4AEA-B070-FBBD17753352}"/>
                </a:ext>
              </a:extLst>
            </p:cNvPr>
            <p:cNvCxnSpPr>
              <a:cxnSpLocks/>
            </p:cNvCxnSpPr>
            <p:nvPr/>
          </p:nvCxnSpPr>
          <p:spPr>
            <a:xfrm>
              <a:off x="0" y="6857999"/>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Connecteur droit 115">
              <a:extLst>
                <a:ext uri="{FF2B5EF4-FFF2-40B4-BE49-F238E27FC236}">
                  <a16:creationId xmlns:a16="http://schemas.microsoft.com/office/drawing/2014/main" id="{4D4BD64C-0BF9-4084-8C20-90D20EA6B6D7}"/>
                </a:ext>
              </a:extLst>
            </p:cNvPr>
            <p:cNvCxnSpPr>
              <a:cxnSpLocks/>
            </p:cNvCxnSpPr>
            <p:nvPr/>
          </p:nvCxnSpPr>
          <p:spPr>
            <a:xfrm>
              <a:off x="16613" y="6248400"/>
              <a:ext cx="12192000" cy="0"/>
            </a:xfrm>
            <a:prstGeom prst="line">
              <a:avLst/>
            </a:prstGeom>
            <a:ln w="19050">
              <a:solidFill>
                <a:schemeClr val="accent2">
                  <a:alpha val="2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6" name="Rectangle 45">
            <a:extLst>
              <a:ext uri="{FF2B5EF4-FFF2-40B4-BE49-F238E27FC236}">
                <a16:creationId xmlns:a16="http://schemas.microsoft.com/office/drawing/2014/main" id="{CC3AD463-404C-4576-AC21-F2558295325E}"/>
              </a:ext>
              <a:ext uri="{C183D7F6-B498-43B3-948B-1728B52AA6E4}">
                <adec:decorative xmlns:adec="http://schemas.microsoft.com/office/drawing/2017/decorative" val="1"/>
              </a:ext>
            </a:extLst>
          </p:cNvPr>
          <p:cNvSpPr/>
          <p:nvPr userDrawn="1"/>
        </p:nvSpPr>
        <p:spPr>
          <a:xfrm>
            <a:off x="0" y="-1"/>
            <a:ext cx="12192000" cy="6858001"/>
          </a:xfrm>
          <a:prstGeom prst="rect">
            <a:avLst/>
          </a:prstGeom>
          <a:solidFill>
            <a:schemeClr val="accent1">
              <a:lumMod val="40000"/>
              <a:lumOff val="60000"/>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20" name="Triangle rectangle 119">
            <a:extLst>
              <a:ext uri="{FF2B5EF4-FFF2-40B4-BE49-F238E27FC236}">
                <a16:creationId xmlns:a16="http://schemas.microsoft.com/office/drawing/2014/main" id="{2A73DFF6-076E-4BBC-9CDB-E1B24D9B6C48}"/>
              </a:ext>
              <a:ext uri="{C183D7F6-B498-43B3-948B-1728B52AA6E4}">
                <adec:decorative xmlns:adec="http://schemas.microsoft.com/office/drawing/2017/decorative" val="1"/>
              </a:ext>
            </a:extLst>
          </p:cNvPr>
          <p:cNvSpPr/>
          <p:nvPr userDrawn="1"/>
        </p:nvSpPr>
        <p:spPr>
          <a:xfrm rot="18900000">
            <a:off x="5905012" y="-284145"/>
            <a:ext cx="568289" cy="568289"/>
          </a:xfrm>
          <a:prstGeom prst="rtTriangle">
            <a:avLst/>
          </a:prstGeom>
          <a:solidFill>
            <a:schemeClr val="bg1">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2" name="Titre 1">
            <a:extLst>
              <a:ext uri="{FF2B5EF4-FFF2-40B4-BE49-F238E27FC236}">
                <a16:creationId xmlns:a16="http://schemas.microsoft.com/office/drawing/2014/main" id="{C9DE89C6-E571-4739-8BA7-D97BDCD1D16D}"/>
              </a:ext>
            </a:extLst>
          </p:cNvPr>
          <p:cNvSpPr>
            <a:spLocks noGrp="1"/>
          </p:cNvSpPr>
          <p:nvPr>
            <p:ph type="title" hasCustomPrompt="1"/>
          </p:nvPr>
        </p:nvSpPr>
        <p:spPr>
          <a:xfrm>
            <a:off x="1434268" y="441042"/>
            <a:ext cx="9323464" cy="1162258"/>
          </a:xfrm>
          <a:prstGeom prst="rect">
            <a:avLst/>
          </a:prstGeom>
        </p:spPr>
        <p:txBody>
          <a:bodyPr rtlCol="0" anchor="ctr"/>
          <a:lstStyle>
            <a:lvl1pPr algn="ctr">
              <a:defRPr>
                <a:solidFill>
                  <a:schemeClr val="tx2"/>
                </a:solidFill>
              </a:defRPr>
            </a:lvl1pPr>
          </a:lstStyle>
          <a:p>
            <a:pPr rtl="0"/>
            <a:r>
              <a:rPr lang="fr-FR" noProof="0"/>
              <a:t>Cliquez pour ajouter un titre</a:t>
            </a:r>
          </a:p>
        </p:txBody>
      </p:sp>
      <p:sp>
        <p:nvSpPr>
          <p:cNvPr id="121" name="Espace réservé du texte 81">
            <a:extLst>
              <a:ext uri="{FF2B5EF4-FFF2-40B4-BE49-F238E27FC236}">
                <a16:creationId xmlns:a16="http://schemas.microsoft.com/office/drawing/2014/main" id="{24221B82-BDC2-43E4-9DC3-109392FCBFAA}"/>
              </a:ext>
            </a:extLst>
          </p:cNvPr>
          <p:cNvSpPr>
            <a:spLocks noGrp="1"/>
          </p:cNvSpPr>
          <p:nvPr>
            <p:ph type="body" sz="quarter" idx="13" hasCustomPrompt="1"/>
          </p:nvPr>
        </p:nvSpPr>
        <p:spPr>
          <a:xfrm>
            <a:off x="319757" y="1816398"/>
            <a:ext cx="3661357" cy="772972"/>
          </a:xfrm>
          <a:prstGeom prst="rect">
            <a:avLst/>
          </a:prstGeom>
        </p:spPr>
        <p:txBody>
          <a:bodyPr rtlCol="0"/>
          <a:lstStyle>
            <a:lvl1pPr marL="0" indent="0">
              <a:buNone/>
              <a:defRPr b="1">
                <a:solidFill>
                  <a:schemeClr val="accent5"/>
                </a:solidFill>
                <a:latin typeface="+mj-lt"/>
              </a:defRPr>
            </a:lvl1pPr>
          </a:lstStyle>
          <a:p>
            <a:pPr lvl="0" rtl="0"/>
            <a:r>
              <a:rPr lang="fr-FR" noProof="0"/>
              <a:t>Insérer un sous-titre ici</a:t>
            </a:r>
          </a:p>
        </p:txBody>
      </p:sp>
      <p:sp>
        <p:nvSpPr>
          <p:cNvPr id="123" name="Espace réservé du texte 84">
            <a:extLst>
              <a:ext uri="{FF2B5EF4-FFF2-40B4-BE49-F238E27FC236}">
                <a16:creationId xmlns:a16="http://schemas.microsoft.com/office/drawing/2014/main" id="{F064B050-C9E2-4CBD-8063-8F72369DEA27}"/>
              </a:ext>
            </a:extLst>
          </p:cNvPr>
          <p:cNvSpPr>
            <a:spLocks noGrp="1"/>
          </p:cNvSpPr>
          <p:nvPr>
            <p:ph type="body" sz="quarter" idx="15" hasCustomPrompt="1"/>
          </p:nvPr>
        </p:nvSpPr>
        <p:spPr>
          <a:xfrm>
            <a:off x="319280" y="2595913"/>
            <a:ext cx="3661357" cy="3119437"/>
          </a:xfrm>
          <a:prstGeom prst="rect">
            <a:avLst/>
          </a:prstGeom>
        </p:spPr>
        <p:txBody>
          <a:bodyPr rtlCol="0"/>
          <a:lstStyle>
            <a:lvl1pPr marL="457200" indent="-457200">
              <a:lnSpc>
                <a:spcPct val="100000"/>
              </a:lnSpc>
              <a:buClr>
                <a:schemeClr val="tx1"/>
              </a:buClr>
              <a:buFont typeface="+mj-lt"/>
              <a:buAutoNum type="arabicPeriod"/>
              <a:defRPr sz="1800">
                <a:solidFill>
                  <a:schemeClr val="tx1"/>
                </a:solidFill>
              </a:defRPr>
            </a:lvl1pPr>
          </a:lstStyle>
          <a:p>
            <a:pPr lvl="0" rtl="0"/>
            <a:r>
              <a:rPr lang="fr-FR" noProof="0"/>
              <a:t>Insérer du texte ici</a:t>
            </a:r>
          </a:p>
        </p:txBody>
      </p:sp>
      <p:sp>
        <p:nvSpPr>
          <p:cNvPr id="132" name="Espace réservé du texte 81">
            <a:extLst>
              <a:ext uri="{FF2B5EF4-FFF2-40B4-BE49-F238E27FC236}">
                <a16:creationId xmlns:a16="http://schemas.microsoft.com/office/drawing/2014/main" id="{AB4DD233-B719-42EE-AE0F-930CABD5AA94}"/>
              </a:ext>
            </a:extLst>
          </p:cNvPr>
          <p:cNvSpPr>
            <a:spLocks noGrp="1"/>
          </p:cNvSpPr>
          <p:nvPr>
            <p:ph type="body" sz="quarter" idx="16" hasCustomPrompt="1"/>
          </p:nvPr>
        </p:nvSpPr>
        <p:spPr>
          <a:xfrm>
            <a:off x="4251938" y="1822941"/>
            <a:ext cx="3661357" cy="772972"/>
          </a:xfrm>
          <a:prstGeom prst="rect">
            <a:avLst/>
          </a:prstGeom>
        </p:spPr>
        <p:txBody>
          <a:bodyPr rtlCol="0"/>
          <a:lstStyle>
            <a:lvl1pPr marL="0" indent="0">
              <a:buNone/>
              <a:defRPr b="1">
                <a:solidFill>
                  <a:schemeClr val="accent5"/>
                </a:solidFill>
                <a:latin typeface="+mj-lt"/>
              </a:defRPr>
            </a:lvl1pPr>
          </a:lstStyle>
          <a:p>
            <a:pPr lvl="0" rtl="0"/>
            <a:r>
              <a:rPr lang="fr-FR" noProof="0"/>
              <a:t>Insérer un sous-titre ici</a:t>
            </a:r>
          </a:p>
        </p:txBody>
      </p:sp>
      <p:sp>
        <p:nvSpPr>
          <p:cNvPr id="133" name="Espace réservé du texte 84">
            <a:extLst>
              <a:ext uri="{FF2B5EF4-FFF2-40B4-BE49-F238E27FC236}">
                <a16:creationId xmlns:a16="http://schemas.microsoft.com/office/drawing/2014/main" id="{E2F4A9D6-F113-40C1-B3C8-A9BDB2877263}"/>
              </a:ext>
            </a:extLst>
          </p:cNvPr>
          <p:cNvSpPr>
            <a:spLocks noGrp="1"/>
          </p:cNvSpPr>
          <p:nvPr>
            <p:ph type="body" sz="quarter" idx="17" hasCustomPrompt="1"/>
          </p:nvPr>
        </p:nvSpPr>
        <p:spPr>
          <a:xfrm>
            <a:off x="4251461" y="2602456"/>
            <a:ext cx="3661357" cy="3119437"/>
          </a:xfrm>
          <a:prstGeom prst="rect">
            <a:avLst/>
          </a:prstGeom>
        </p:spPr>
        <p:txBody>
          <a:bodyPr rtlCol="0"/>
          <a:lstStyle>
            <a:lvl1pPr marL="457200" indent="-457200">
              <a:lnSpc>
                <a:spcPct val="100000"/>
              </a:lnSpc>
              <a:buClr>
                <a:schemeClr val="tx1"/>
              </a:buClr>
              <a:buFont typeface="+mj-lt"/>
              <a:buAutoNum type="arabicPeriod"/>
              <a:defRPr sz="1800">
                <a:solidFill>
                  <a:schemeClr val="tx1"/>
                </a:solidFill>
              </a:defRPr>
            </a:lvl1pPr>
          </a:lstStyle>
          <a:p>
            <a:pPr lvl="0" rtl="0"/>
            <a:r>
              <a:rPr lang="fr-FR" noProof="0"/>
              <a:t>Insérer du texte ici</a:t>
            </a:r>
          </a:p>
        </p:txBody>
      </p:sp>
      <p:sp>
        <p:nvSpPr>
          <p:cNvPr id="134" name="Espace réservé du texte 81">
            <a:extLst>
              <a:ext uri="{FF2B5EF4-FFF2-40B4-BE49-F238E27FC236}">
                <a16:creationId xmlns:a16="http://schemas.microsoft.com/office/drawing/2014/main" id="{B5E6D4D3-9E8F-4D92-B05A-7E9BBD75948A}"/>
              </a:ext>
            </a:extLst>
          </p:cNvPr>
          <p:cNvSpPr>
            <a:spLocks noGrp="1"/>
          </p:cNvSpPr>
          <p:nvPr>
            <p:ph type="body" sz="quarter" idx="18" hasCustomPrompt="1"/>
          </p:nvPr>
        </p:nvSpPr>
        <p:spPr>
          <a:xfrm>
            <a:off x="8183642" y="1822661"/>
            <a:ext cx="3661357" cy="772972"/>
          </a:xfrm>
          <a:prstGeom prst="rect">
            <a:avLst/>
          </a:prstGeom>
        </p:spPr>
        <p:txBody>
          <a:bodyPr rtlCol="0"/>
          <a:lstStyle>
            <a:lvl1pPr marL="0" indent="0">
              <a:buNone/>
              <a:defRPr b="1">
                <a:solidFill>
                  <a:schemeClr val="accent5"/>
                </a:solidFill>
                <a:latin typeface="+mj-lt"/>
              </a:defRPr>
            </a:lvl1pPr>
          </a:lstStyle>
          <a:p>
            <a:pPr lvl="0" rtl="0"/>
            <a:r>
              <a:rPr lang="fr-FR" noProof="0"/>
              <a:t>Insérer un sous-titre ici</a:t>
            </a:r>
          </a:p>
        </p:txBody>
      </p:sp>
      <p:sp>
        <p:nvSpPr>
          <p:cNvPr id="135" name="Espace réservé du texte 84">
            <a:extLst>
              <a:ext uri="{FF2B5EF4-FFF2-40B4-BE49-F238E27FC236}">
                <a16:creationId xmlns:a16="http://schemas.microsoft.com/office/drawing/2014/main" id="{9C80C61E-A8B2-4011-AE18-0294FFF88909}"/>
              </a:ext>
            </a:extLst>
          </p:cNvPr>
          <p:cNvSpPr>
            <a:spLocks noGrp="1"/>
          </p:cNvSpPr>
          <p:nvPr>
            <p:ph type="body" sz="quarter" idx="19" hasCustomPrompt="1"/>
          </p:nvPr>
        </p:nvSpPr>
        <p:spPr>
          <a:xfrm>
            <a:off x="8183165" y="2602176"/>
            <a:ext cx="3661357" cy="3119437"/>
          </a:xfrm>
          <a:prstGeom prst="rect">
            <a:avLst/>
          </a:prstGeom>
        </p:spPr>
        <p:txBody>
          <a:bodyPr rtlCol="0"/>
          <a:lstStyle>
            <a:lvl1pPr marL="457200" indent="-457200">
              <a:lnSpc>
                <a:spcPct val="100000"/>
              </a:lnSpc>
              <a:buClr>
                <a:schemeClr val="tx1"/>
              </a:buClr>
              <a:buFont typeface="+mj-lt"/>
              <a:buAutoNum type="arabicPeriod"/>
              <a:defRPr sz="1800">
                <a:solidFill>
                  <a:schemeClr val="tx1"/>
                </a:solidFill>
              </a:defRPr>
            </a:lvl1pPr>
          </a:lstStyle>
          <a:p>
            <a:pPr lvl="0" rtl="0"/>
            <a:r>
              <a:rPr lang="fr-FR" noProof="0"/>
              <a:t>Insérer du texte ici</a:t>
            </a:r>
          </a:p>
        </p:txBody>
      </p:sp>
      <p:sp>
        <p:nvSpPr>
          <p:cNvPr id="125" name="Espace réservé de la date 3">
            <a:extLst>
              <a:ext uri="{FF2B5EF4-FFF2-40B4-BE49-F238E27FC236}">
                <a16:creationId xmlns:a16="http://schemas.microsoft.com/office/drawing/2014/main" id="{DEB76336-3978-4E04-820F-CCD4115F0AF5}"/>
              </a:ext>
            </a:extLst>
          </p:cNvPr>
          <p:cNvSpPr>
            <a:spLocks noGrp="1"/>
          </p:cNvSpPr>
          <p:nvPr>
            <p:ph type="dt" sz="half" idx="10"/>
          </p:nvPr>
        </p:nvSpPr>
        <p:spPr>
          <a:xfrm>
            <a:off x="457200" y="6324600"/>
            <a:ext cx="2560220" cy="365125"/>
          </a:xfrm>
          <a:prstGeom prst="rect">
            <a:avLst/>
          </a:prstGeom>
        </p:spPr>
        <p:txBody>
          <a:bodyPr rtlCol="0" anchor="ctr"/>
          <a:lstStyle>
            <a:lvl1pPr>
              <a:defRPr sz="900" spc="150" baseline="0">
                <a:solidFill>
                  <a:schemeClr val="tx1"/>
                </a:solidFill>
              </a:defRPr>
            </a:lvl1pPr>
          </a:lstStyle>
          <a:p>
            <a:pPr rtl="0"/>
            <a:r>
              <a:rPr lang="fr-FR" noProof="0"/>
              <a:t>02/02/20XX</a:t>
            </a:r>
          </a:p>
        </p:txBody>
      </p:sp>
      <p:sp>
        <p:nvSpPr>
          <p:cNvPr id="126" name="Espace réservé du pied de page 4">
            <a:extLst>
              <a:ext uri="{FF2B5EF4-FFF2-40B4-BE49-F238E27FC236}">
                <a16:creationId xmlns:a16="http://schemas.microsoft.com/office/drawing/2014/main" id="{296D1F50-7662-4B72-8D59-73594E51901D}"/>
              </a:ext>
            </a:extLst>
          </p:cNvPr>
          <p:cNvSpPr>
            <a:spLocks noGrp="1"/>
          </p:cNvSpPr>
          <p:nvPr>
            <p:ph type="ftr" sz="quarter" idx="11"/>
          </p:nvPr>
        </p:nvSpPr>
        <p:spPr>
          <a:xfrm>
            <a:off x="4200861" y="6319838"/>
            <a:ext cx="3982781" cy="365125"/>
          </a:xfrm>
          <a:prstGeom prst="rect">
            <a:avLst/>
          </a:prstGeom>
        </p:spPr>
        <p:txBody>
          <a:bodyPr rtlCol="0" anchor="ctr"/>
          <a:lstStyle>
            <a:lvl1pPr algn="ctr">
              <a:defRPr sz="900" spc="150" baseline="0">
                <a:solidFill>
                  <a:schemeClr val="tx1"/>
                </a:solidFill>
              </a:defRPr>
            </a:lvl1pPr>
          </a:lstStyle>
          <a:p>
            <a:pPr rtl="0"/>
            <a:r>
              <a:rPr lang="fr-FR" noProof="0"/>
              <a:t>TITRE DE LA PRÉSENTATION</a:t>
            </a:r>
          </a:p>
        </p:txBody>
      </p:sp>
      <p:sp>
        <p:nvSpPr>
          <p:cNvPr id="127" name="Espace réservé du numéro de diapositive 5">
            <a:extLst>
              <a:ext uri="{FF2B5EF4-FFF2-40B4-BE49-F238E27FC236}">
                <a16:creationId xmlns:a16="http://schemas.microsoft.com/office/drawing/2014/main" id="{DEDEAF7E-D577-4B93-BAE4-358F8963B0DF}"/>
              </a:ext>
            </a:extLst>
          </p:cNvPr>
          <p:cNvSpPr>
            <a:spLocks noGrp="1"/>
          </p:cNvSpPr>
          <p:nvPr>
            <p:ph type="sldNum" sz="quarter" idx="12"/>
          </p:nvPr>
        </p:nvSpPr>
        <p:spPr>
          <a:xfrm>
            <a:off x="11190806" y="6324600"/>
            <a:ext cx="799078" cy="365125"/>
          </a:xfrm>
          <a:prstGeom prst="rect">
            <a:avLst/>
          </a:prstGeom>
        </p:spPr>
        <p:txBody>
          <a:bodyPr rtlCol="0" anchor="ctr"/>
          <a:lstStyle>
            <a:lvl1pPr algn="ctr">
              <a:defRPr sz="900" spc="150" baseline="0">
                <a:solidFill>
                  <a:schemeClr val="tx1"/>
                </a:solidFill>
              </a:defRPr>
            </a:lvl1pPr>
          </a:lstStyle>
          <a:p>
            <a:pPr rtl="0"/>
            <a:fld id="{11A71338-8BA2-4C79-A6C5-5A8E30081D0C}" type="slidenum">
              <a:rPr lang="fr-FR" noProof="0" smtClean="0"/>
              <a:pPr/>
              <a:t>‹N°›</a:t>
            </a:fld>
            <a:endParaRPr lang="fr-FR" noProof="0"/>
          </a:p>
        </p:txBody>
      </p:sp>
    </p:spTree>
    <p:extLst>
      <p:ext uri="{BB962C8B-B14F-4D97-AF65-F5344CB8AC3E}">
        <p14:creationId xmlns:p14="http://schemas.microsoft.com/office/powerpoint/2010/main" val="2111649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Résumé">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FB76C12-E75A-4DC1-9960-728FF6247EDA}"/>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8" name="Rectangle 7">
            <a:extLst>
              <a:ext uri="{FF2B5EF4-FFF2-40B4-BE49-F238E27FC236}">
                <a16:creationId xmlns:a16="http://schemas.microsoft.com/office/drawing/2014/main" id="{2E9A038F-EA18-4BE8-9515-18A5468BAD77}"/>
              </a:ext>
              <a:ext uri="{C183D7F6-B498-43B3-948B-1728B52AA6E4}">
                <adec:decorative xmlns:adec="http://schemas.microsoft.com/office/drawing/2017/decorative" val="1"/>
              </a:ext>
            </a:extLst>
          </p:cNvPr>
          <p:cNvSpPr/>
          <p:nvPr userDrawn="1"/>
        </p:nvSpPr>
        <p:spPr>
          <a:xfrm>
            <a:off x="6531"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9" name="Triangle rectangle 8">
            <a:extLst>
              <a:ext uri="{FF2B5EF4-FFF2-40B4-BE49-F238E27FC236}">
                <a16:creationId xmlns:a16="http://schemas.microsoft.com/office/drawing/2014/main" id="{FD9F40A1-CB92-4D33-8C7F-3D64C4CDA875}"/>
              </a:ext>
              <a:ext uri="{C183D7F6-B498-43B3-948B-1728B52AA6E4}">
                <adec:decorative xmlns:adec="http://schemas.microsoft.com/office/drawing/2017/decorative" val="1"/>
              </a:ext>
            </a:extLst>
          </p:cNvPr>
          <p:cNvSpPr/>
          <p:nvPr userDrawn="1"/>
        </p:nvSpPr>
        <p:spPr>
          <a:xfrm rot="18900000">
            <a:off x="408102" y="-284146"/>
            <a:ext cx="568289" cy="568289"/>
          </a:xfrm>
          <a:prstGeom prst="rtTriangle">
            <a:avLst/>
          </a:prstGeom>
          <a:solidFill>
            <a:schemeClr val="accent5">
              <a:lumMod val="5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40" name="Titre 1">
            <a:extLst>
              <a:ext uri="{FF2B5EF4-FFF2-40B4-BE49-F238E27FC236}">
                <a16:creationId xmlns:a16="http://schemas.microsoft.com/office/drawing/2014/main" id="{F0B8C043-6614-4EDF-B7D6-FFD668CA6D58}"/>
              </a:ext>
            </a:extLst>
          </p:cNvPr>
          <p:cNvSpPr>
            <a:spLocks noGrp="1"/>
          </p:cNvSpPr>
          <p:nvPr>
            <p:ph type="ctrTitle"/>
          </p:nvPr>
        </p:nvSpPr>
        <p:spPr>
          <a:xfrm>
            <a:off x="453142" y="725467"/>
            <a:ext cx="6028339" cy="1933899"/>
          </a:xfrm>
          <a:prstGeom prst="rect">
            <a:avLst/>
          </a:prstGeom>
        </p:spPr>
        <p:txBody>
          <a:bodyPr rtlCol="0">
            <a:normAutofit/>
          </a:bodyPr>
          <a:lstStyle>
            <a:lvl1pPr>
              <a:defRPr sz="5400"/>
            </a:lvl1pPr>
          </a:lstStyle>
          <a:p>
            <a:pPr algn="l" rtl="0"/>
            <a:r>
              <a:rPr lang="fr-FR" sz="5400" noProof="0">
                <a:solidFill>
                  <a:srgbClr val="FFFFFF"/>
                </a:solidFill>
              </a:rPr>
              <a:t>Modifiez le style du titre</a:t>
            </a:r>
          </a:p>
        </p:txBody>
      </p:sp>
      <p:sp>
        <p:nvSpPr>
          <p:cNvPr id="41" name="Sous-titre 2">
            <a:extLst>
              <a:ext uri="{FF2B5EF4-FFF2-40B4-BE49-F238E27FC236}">
                <a16:creationId xmlns:a16="http://schemas.microsoft.com/office/drawing/2014/main" id="{65B41117-5C7C-418F-ACC1-2C995E399F4B}"/>
              </a:ext>
            </a:extLst>
          </p:cNvPr>
          <p:cNvSpPr>
            <a:spLocks noGrp="1"/>
          </p:cNvSpPr>
          <p:nvPr>
            <p:ph type="subTitle" idx="1"/>
          </p:nvPr>
        </p:nvSpPr>
        <p:spPr>
          <a:xfrm>
            <a:off x="453142" y="2887800"/>
            <a:ext cx="6028339" cy="2942987"/>
          </a:xfrm>
          <a:prstGeom prst="rect">
            <a:avLst/>
          </a:prstGeom>
        </p:spPr>
        <p:txBody>
          <a:bodyPr rtlCol="0"/>
          <a:lstStyle>
            <a:lvl1pPr marL="0" indent="0">
              <a:lnSpc>
                <a:spcPct val="120000"/>
              </a:lnSpc>
              <a:buNone/>
              <a:defRPr sz="1800"/>
            </a:lvl1pPr>
          </a:lstStyle>
          <a:p>
            <a:pPr algn="l" rtl="0">
              <a:lnSpc>
                <a:spcPct val="110000"/>
              </a:lnSpc>
            </a:pPr>
            <a:r>
              <a:rPr lang="fr-FR" noProof="0">
                <a:solidFill>
                  <a:srgbClr val="FFFFFF"/>
                </a:solidFill>
              </a:rPr>
              <a:t>Modifiez le style des sous-titres du masque</a:t>
            </a:r>
          </a:p>
        </p:txBody>
      </p:sp>
      <p:sp>
        <p:nvSpPr>
          <p:cNvPr id="48" name="Espace réservé de la date 3">
            <a:extLst>
              <a:ext uri="{FF2B5EF4-FFF2-40B4-BE49-F238E27FC236}">
                <a16:creationId xmlns:a16="http://schemas.microsoft.com/office/drawing/2014/main" id="{E8CEA822-47EC-4255-B51C-916CD39C767B}"/>
              </a:ext>
            </a:extLst>
          </p:cNvPr>
          <p:cNvSpPr>
            <a:spLocks noGrp="1"/>
          </p:cNvSpPr>
          <p:nvPr>
            <p:ph type="dt" sz="half" idx="10"/>
          </p:nvPr>
        </p:nvSpPr>
        <p:spPr>
          <a:xfrm>
            <a:off x="457200" y="6324600"/>
            <a:ext cx="2560220" cy="365125"/>
          </a:xfrm>
          <a:prstGeom prst="rect">
            <a:avLst/>
          </a:prstGeom>
        </p:spPr>
        <p:txBody>
          <a:bodyPr rtlCol="0" anchor="ctr"/>
          <a:lstStyle>
            <a:lvl1pPr>
              <a:defRPr sz="900" spc="150" baseline="0">
                <a:solidFill>
                  <a:schemeClr val="bg1"/>
                </a:solidFill>
              </a:defRPr>
            </a:lvl1pPr>
          </a:lstStyle>
          <a:p>
            <a:pPr rtl="0"/>
            <a:r>
              <a:rPr lang="fr-FR" noProof="0"/>
              <a:t>02/02/20XX</a:t>
            </a:r>
          </a:p>
        </p:txBody>
      </p:sp>
      <p:sp>
        <p:nvSpPr>
          <p:cNvPr id="53" name="Espace réservé d’image 51">
            <a:extLst>
              <a:ext uri="{FF2B5EF4-FFF2-40B4-BE49-F238E27FC236}">
                <a16:creationId xmlns:a16="http://schemas.microsoft.com/office/drawing/2014/main" id="{79C95DFA-DC4E-4658-87DF-37B40F51F4F1}"/>
              </a:ext>
            </a:extLst>
          </p:cNvPr>
          <p:cNvSpPr>
            <a:spLocks noGrp="1"/>
          </p:cNvSpPr>
          <p:nvPr>
            <p:ph type="pic" sz="quarter" idx="13" hasCustomPrompt="1"/>
          </p:nvPr>
        </p:nvSpPr>
        <p:spPr>
          <a:xfrm>
            <a:off x="7194414" y="0"/>
            <a:ext cx="4997586" cy="2282888"/>
          </a:xfrm>
          <a:prstGeom prst="rect">
            <a:avLst/>
          </a:prstGeom>
        </p:spPr>
        <p:txBody>
          <a:bodyPr rtlCol="0"/>
          <a:lstStyle>
            <a:lvl1pPr marL="0" indent="0" algn="ctr">
              <a:buNone/>
              <a:defRPr sz="2000"/>
            </a:lvl1pPr>
          </a:lstStyle>
          <a:p>
            <a:pPr rtl="0"/>
            <a:r>
              <a:rPr lang="fr-FR" noProof="0"/>
              <a:t>Cliquez pour ajouter une photo</a:t>
            </a:r>
          </a:p>
        </p:txBody>
      </p:sp>
      <p:sp>
        <p:nvSpPr>
          <p:cNvPr id="54" name="Espace réservé d’image 51">
            <a:extLst>
              <a:ext uri="{FF2B5EF4-FFF2-40B4-BE49-F238E27FC236}">
                <a16:creationId xmlns:a16="http://schemas.microsoft.com/office/drawing/2014/main" id="{5EF5B274-E5A0-43C9-8A69-83629B0959B7}"/>
              </a:ext>
            </a:extLst>
          </p:cNvPr>
          <p:cNvSpPr>
            <a:spLocks noGrp="1"/>
          </p:cNvSpPr>
          <p:nvPr>
            <p:ph type="pic" sz="quarter" idx="14" hasCustomPrompt="1"/>
          </p:nvPr>
        </p:nvSpPr>
        <p:spPr>
          <a:xfrm>
            <a:off x="7191774" y="2286000"/>
            <a:ext cx="5000226" cy="2282888"/>
          </a:xfrm>
          <a:prstGeom prst="rect">
            <a:avLst/>
          </a:prstGeom>
        </p:spPr>
        <p:txBody>
          <a:bodyPr rtlCol="0"/>
          <a:lstStyle>
            <a:lvl1pPr marL="0" indent="0" algn="ctr">
              <a:buNone/>
              <a:defRPr sz="2000"/>
            </a:lvl1pPr>
          </a:lstStyle>
          <a:p>
            <a:pPr rtl="0"/>
            <a:r>
              <a:rPr lang="fr-FR" noProof="0"/>
              <a:t>Cliquez pour ajouter une photo</a:t>
            </a:r>
          </a:p>
        </p:txBody>
      </p:sp>
      <p:sp>
        <p:nvSpPr>
          <p:cNvPr id="55" name="Espace réservé d’image 51">
            <a:extLst>
              <a:ext uri="{FF2B5EF4-FFF2-40B4-BE49-F238E27FC236}">
                <a16:creationId xmlns:a16="http://schemas.microsoft.com/office/drawing/2014/main" id="{4F741404-84C5-4B6D-A9DF-04368D8CE754}"/>
              </a:ext>
            </a:extLst>
          </p:cNvPr>
          <p:cNvSpPr>
            <a:spLocks noGrp="1"/>
          </p:cNvSpPr>
          <p:nvPr>
            <p:ph type="pic" sz="quarter" idx="15" hasCustomPrompt="1"/>
          </p:nvPr>
        </p:nvSpPr>
        <p:spPr>
          <a:xfrm>
            <a:off x="7190232" y="4572000"/>
            <a:ext cx="5001768" cy="2286000"/>
          </a:xfrm>
          <a:prstGeom prst="rect">
            <a:avLst/>
          </a:prstGeom>
        </p:spPr>
        <p:txBody>
          <a:bodyPr rtlCol="0"/>
          <a:lstStyle>
            <a:lvl1pPr marL="0" indent="0" algn="ctr">
              <a:buNone/>
              <a:defRPr sz="2000"/>
            </a:lvl1pPr>
          </a:lstStyle>
          <a:p>
            <a:pPr rtl="0"/>
            <a:r>
              <a:rPr lang="fr-FR" noProof="0"/>
              <a:t>Cliquez pour ajouter une photo</a:t>
            </a:r>
          </a:p>
        </p:txBody>
      </p:sp>
      <p:grpSp>
        <p:nvGrpSpPr>
          <p:cNvPr id="10" name="Groupe 9">
            <a:extLst>
              <a:ext uri="{FF2B5EF4-FFF2-40B4-BE49-F238E27FC236}">
                <a16:creationId xmlns:a16="http://schemas.microsoft.com/office/drawing/2014/main" id="{A02F5DF9-7A8B-4537-A6A0-2E18DDAEBE1C}"/>
              </a:ext>
              <a:ext uri="{C183D7F6-B498-43B3-948B-1728B52AA6E4}">
                <adec:decorative xmlns:adec="http://schemas.microsoft.com/office/drawing/2017/decorative" val="1"/>
              </a:ext>
            </a:extLst>
          </p:cNvPr>
          <p:cNvGrpSpPr/>
          <p:nvPr userDrawn="1"/>
        </p:nvGrpSpPr>
        <p:grpSpPr>
          <a:xfrm>
            <a:off x="-6214" y="-1"/>
            <a:ext cx="12214827" cy="6858000"/>
            <a:chOff x="-6214" y="-1"/>
            <a:chExt cx="12214827" cy="6858000"/>
          </a:xfrm>
        </p:grpSpPr>
        <p:cxnSp>
          <p:nvCxnSpPr>
            <p:cNvPr id="11" name="Connecteur droit 10">
              <a:extLst>
                <a:ext uri="{FF2B5EF4-FFF2-40B4-BE49-F238E27FC236}">
                  <a16:creationId xmlns:a16="http://schemas.microsoft.com/office/drawing/2014/main" id="{C7B4CDB4-E22F-44F9-88B7-1F387514E496}"/>
                </a:ext>
              </a:extLst>
            </p:cNvPr>
            <p:cNvCxnSpPr>
              <a:cxnSpLocks/>
            </p:cNvCxnSpPr>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C5E9F74E-6897-4904-82FB-61A6D96C967D}"/>
                </a:ext>
              </a:extLst>
            </p:cNvPr>
            <p:cNvCxnSpPr>
              <a:cxnSpLocks/>
            </p:cNvCxnSpPr>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0A81A9C5-9E3B-4C65-AB4D-F2303D1D4486}"/>
                </a:ext>
              </a:extLst>
            </p:cNvPr>
            <p:cNvCxnSpPr>
              <a:cxnSpLocks/>
            </p:cNvCxnSpPr>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DCCEAD54-0ADC-4090-99E7-D1691F787A5A}"/>
                </a:ext>
              </a:extLst>
            </p:cNvPr>
            <p:cNvCxnSpPr>
              <a:cxnSpLocks/>
            </p:cNvCxnSpPr>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F96BE792-DC81-4EA8-ABFD-F41E49E988AC}"/>
                </a:ext>
              </a:extLst>
            </p:cNvPr>
            <p:cNvCxnSpPr>
              <a:cxnSpLocks/>
            </p:cNvCxnSpPr>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968594AF-C50A-416B-9238-1BFEA44A71A0}"/>
                </a:ext>
              </a:extLst>
            </p:cNvPr>
            <p:cNvCxnSpPr>
              <a:cxnSpLocks/>
            </p:cNvCxnSpPr>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ABB7432C-3B26-434E-96F1-3CA88C2C1428}"/>
                </a:ext>
              </a:extLst>
            </p:cNvPr>
            <p:cNvCxnSpPr>
              <a:cxnSpLocks/>
            </p:cNvCxnSpPr>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ECF2307A-A723-481D-A679-099426CBF66B}"/>
                </a:ext>
              </a:extLst>
            </p:cNvPr>
            <p:cNvCxnSpPr>
              <a:cxnSpLocks/>
            </p:cNvCxnSpPr>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C713702D-25EA-454E-80F1-45BB74D4CC94}"/>
                </a:ext>
              </a:extLst>
            </p:cNvPr>
            <p:cNvCxnSpPr>
              <a:cxnSpLocks/>
            </p:cNvCxnSpPr>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7450B88E-997E-4F65-82F8-9D47ECBC796B}"/>
                </a:ext>
              </a:extLst>
            </p:cNvPr>
            <p:cNvCxnSpPr>
              <a:cxnSpLocks/>
            </p:cNvCxnSpPr>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Connecteur droit 20">
              <a:extLst>
                <a:ext uri="{FF2B5EF4-FFF2-40B4-BE49-F238E27FC236}">
                  <a16:creationId xmlns:a16="http://schemas.microsoft.com/office/drawing/2014/main" id="{875EAEE1-D5B7-4F67-A50A-D616B864B825}"/>
                </a:ext>
              </a:extLst>
            </p:cNvPr>
            <p:cNvCxnSpPr>
              <a:cxnSpLocks/>
            </p:cNvCxnSpPr>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Connecteur droit 21">
              <a:extLst>
                <a:ext uri="{FF2B5EF4-FFF2-40B4-BE49-F238E27FC236}">
                  <a16:creationId xmlns:a16="http://schemas.microsoft.com/office/drawing/2014/main" id="{0E1ABFCA-E35A-4D14-8F29-A5ADABFB908B}"/>
                </a:ext>
              </a:extLst>
            </p:cNvPr>
            <p:cNvCxnSpPr>
              <a:cxnSpLocks/>
            </p:cNvCxnSpPr>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CC809049-7B8F-4F96-BA1C-46C0BAA4A475}"/>
                </a:ext>
              </a:extLst>
            </p:cNvPr>
            <p:cNvCxnSpPr>
              <a:cxnSpLocks/>
            </p:cNvCxnSpPr>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Connecteur droit 23">
              <a:extLst>
                <a:ext uri="{FF2B5EF4-FFF2-40B4-BE49-F238E27FC236}">
                  <a16:creationId xmlns:a16="http://schemas.microsoft.com/office/drawing/2014/main" id="{90330093-E758-4906-A2FC-F18D60D8AF3E}"/>
                </a:ext>
              </a:extLst>
            </p:cNvPr>
            <p:cNvCxnSpPr>
              <a:cxnSpLocks/>
            </p:cNvCxnSpPr>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Connecteur droit 24">
              <a:extLst>
                <a:ext uri="{FF2B5EF4-FFF2-40B4-BE49-F238E27FC236}">
                  <a16:creationId xmlns:a16="http://schemas.microsoft.com/office/drawing/2014/main" id="{2CEC1A30-03E9-4C4D-8340-9B9E6E8CEA0D}"/>
                </a:ext>
              </a:extLst>
            </p:cNvPr>
            <p:cNvCxnSpPr>
              <a:cxnSpLocks/>
            </p:cNvCxnSpPr>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E4CE662E-0BD8-48D5-AFAE-CDCF90AD56AA}"/>
                </a:ext>
              </a:extLst>
            </p:cNvPr>
            <p:cNvCxnSpPr>
              <a:cxnSpLocks/>
            </p:cNvCxnSpPr>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Connecteur droit 26">
              <a:extLst>
                <a:ext uri="{FF2B5EF4-FFF2-40B4-BE49-F238E27FC236}">
                  <a16:creationId xmlns:a16="http://schemas.microsoft.com/office/drawing/2014/main" id="{CA2192D8-661B-4B8B-A3CD-FA227DD796D7}"/>
                </a:ext>
              </a:extLst>
            </p:cNvPr>
            <p:cNvCxnSpPr>
              <a:cxnSpLocks/>
            </p:cNvCxnSpPr>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Connecteur droit 27">
              <a:extLst>
                <a:ext uri="{FF2B5EF4-FFF2-40B4-BE49-F238E27FC236}">
                  <a16:creationId xmlns:a16="http://schemas.microsoft.com/office/drawing/2014/main" id="{FD76DFA6-E8E2-4E7C-88C0-2305E398AC46}"/>
                </a:ext>
              </a:extLst>
            </p:cNvPr>
            <p:cNvCxnSpPr>
              <a:cxnSpLocks/>
            </p:cNvCxnSpPr>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Connecteur droit 28">
              <a:extLst>
                <a:ext uri="{FF2B5EF4-FFF2-40B4-BE49-F238E27FC236}">
                  <a16:creationId xmlns:a16="http://schemas.microsoft.com/office/drawing/2014/main" id="{89E1A15B-0E79-4E7D-AEB2-4CC45B533F20}"/>
                </a:ext>
              </a:extLst>
            </p:cNvPr>
            <p:cNvCxnSpPr>
              <a:cxnSpLocks/>
            </p:cNvCxnSpPr>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Connecteur droit 29">
              <a:extLst>
                <a:ext uri="{FF2B5EF4-FFF2-40B4-BE49-F238E27FC236}">
                  <a16:creationId xmlns:a16="http://schemas.microsoft.com/office/drawing/2014/main" id="{23B1CB8C-2288-41EE-8AAB-B66AFF7085E5}"/>
                </a:ext>
              </a:extLst>
            </p:cNvPr>
            <p:cNvCxnSpPr>
              <a:cxnSpLocks/>
            </p:cNvCxnSpPr>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Connecteur droit 30">
              <a:extLst>
                <a:ext uri="{FF2B5EF4-FFF2-40B4-BE49-F238E27FC236}">
                  <a16:creationId xmlns:a16="http://schemas.microsoft.com/office/drawing/2014/main" id="{D5AA269E-0C97-43AC-B914-ACE0CEBFDE12}"/>
                </a:ext>
              </a:extLst>
            </p:cNvPr>
            <p:cNvCxnSpPr>
              <a:cxnSpLocks/>
            </p:cNvCxnSpPr>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D4D09D19-B613-4AF2-ABF3-0FFEC7F7EBFF}"/>
                </a:ext>
              </a:extLst>
            </p:cNvPr>
            <p:cNvCxnSpPr>
              <a:cxnSpLocks/>
            </p:cNvCxnSpPr>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D3C0ED42-E6BC-4162-9554-D604DD6D6B04}"/>
                </a:ext>
              </a:extLst>
            </p:cNvPr>
            <p:cNvCxnSpPr>
              <a:cxnSpLocks/>
            </p:cNvCxnSpPr>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Connecteur droit 33">
              <a:extLst>
                <a:ext uri="{FF2B5EF4-FFF2-40B4-BE49-F238E27FC236}">
                  <a16:creationId xmlns:a16="http://schemas.microsoft.com/office/drawing/2014/main" id="{3C20673F-4A5C-4719-9B9C-171763FDA82E}"/>
                </a:ext>
              </a:extLst>
            </p:cNvPr>
            <p:cNvCxnSpPr>
              <a:cxnSpLocks/>
            </p:cNvCxnSpPr>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F253314C-8CCD-4CF3-9C37-B580A4AED2CD}"/>
                </a:ext>
              </a:extLst>
            </p:cNvPr>
            <p:cNvCxnSpPr>
              <a:cxnSpLocks/>
            </p:cNvCxnSpPr>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3D7A90F7-C2FA-4AA1-B434-510EAA4E1294}"/>
                </a:ext>
              </a:extLst>
            </p:cNvPr>
            <p:cNvCxnSpPr>
              <a:cxnSpLocks/>
            </p:cNvCxnSpPr>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Connecteur droit 36">
              <a:extLst>
                <a:ext uri="{FF2B5EF4-FFF2-40B4-BE49-F238E27FC236}">
                  <a16:creationId xmlns:a16="http://schemas.microsoft.com/office/drawing/2014/main" id="{24B0EC38-EAFB-43C1-87E3-FE67E72292D7}"/>
                </a:ext>
              </a:extLst>
            </p:cNvPr>
            <p:cNvCxnSpPr>
              <a:cxnSpLocks/>
            </p:cNvCxnSpPr>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Connecteur droit 37">
              <a:extLst>
                <a:ext uri="{FF2B5EF4-FFF2-40B4-BE49-F238E27FC236}">
                  <a16:creationId xmlns:a16="http://schemas.microsoft.com/office/drawing/2014/main" id="{40854AE5-9E53-4202-A081-4736689EBC11}"/>
                </a:ext>
              </a:extLst>
            </p:cNvPr>
            <p:cNvCxnSpPr>
              <a:cxnSpLocks/>
            </p:cNvCxnSpPr>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Connecteur droit 38">
              <a:extLst>
                <a:ext uri="{FF2B5EF4-FFF2-40B4-BE49-F238E27FC236}">
                  <a16:creationId xmlns:a16="http://schemas.microsoft.com/office/drawing/2014/main" id="{9B5673B7-A170-46D3-B5E1-D79F3374A71A}"/>
                </a:ext>
              </a:extLst>
            </p:cNvPr>
            <p:cNvCxnSpPr>
              <a:cxnSpLocks/>
            </p:cNvCxnSpPr>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9" name="Espace réservé du pied de page 4">
            <a:extLst>
              <a:ext uri="{FF2B5EF4-FFF2-40B4-BE49-F238E27FC236}">
                <a16:creationId xmlns:a16="http://schemas.microsoft.com/office/drawing/2014/main" id="{9C730C22-6E95-40BE-A708-FA2A25DD2FD3}"/>
              </a:ext>
            </a:extLst>
          </p:cNvPr>
          <p:cNvSpPr>
            <a:spLocks noGrp="1"/>
          </p:cNvSpPr>
          <p:nvPr>
            <p:ph type="ftr" sz="quarter" idx="11"/>
          </p:nvPr>
        </p:nvSpPr>
        <p:spPr>
          <a:xfrm>
            <a:off x="4200861" y="6319838"/>
            <a:ext cx="3982781" cy="365125"/>
          </a:xfrm>
          <a:prstGeom prst="rect">
            <a:avLst/>
          </a:prstGeom>
        </p:spPr>
        <p:txBody>
          <a:bodyPr rtlCol="0" anchor="ctr"/>
          <a:lstStyle>
            <a:lvl1pPr algn="ctr">
              <a:defRPr sz="900" spc="150" baseline="0">
                <a:solidFill>
                  <a:schemeClr val="bg1"/>
                </a:solidFill>
              </a:defRPr>
            </a:lvl1pPr>
          </a:lstStyle>
          <a:p>
            <a:pPr rtl="0"/>
            <a:r>
              <a:rPr lang="fr-FR" noProof="0"/>
              <a:t>TITRE DE LA PRÉSENTATION</a:t>
            </a:r>
          </a:p>
        </p:txBody>
      </p:sp>
      <p:sp>
        <p:nvSpPr>
          <p:cNvPr id="50" name="Espace réservé du numéro de diapositive 5">
            <a:extLst>
              <a:ext uri="{FF2B5EF4-FFF2-40B4-BE49-F238E27FC236}">
                <a16:creationId xmlns:a16="http://schemas.microsoft.com/office/drawing/2014/main" id="{BFC463F0-AD39-4A7E-A5BF-1D7436900B7F}"/>
              </a:ext>
            </a:extLst>
          </p:cNvPr>
          <p:cNvSpPr>
            <a:spLocks noGrp="1"/>
          </p:cNvSpPr>
          <p:nvPr>
            <p:ph type="sldNum" sz="quarter" idx="12"/>
          </p:nvPr>
        </p:nvSpPr>
        <p:spPr>
          <a:xfrm>
            <a:off x="11190806" y="6324600"/>
            <a:ext cx="799078" cy="365125"/>
          </a:xfrm>
          <a:prstGeom prst="rect">
            <a:avLst/>
          </a:prstGeom>
        </p:spPr>
        <p:txBody>
          <a:bodyPr rtlCol="0" anchor="ctr"/>
          <a:lstStyle>
            <a:lvl1pPr algn="ctr">
              <a:defRPr sz="900" spc="150" baseline="0">
                <a:solidFill>
                  <a:schemeClr val="bg1"/>
                </a:solidFill>
                <a:effectLst>
                  <a:outerShdw blurRad="50800" dist="38100" dir="2700000" algn="tl" rotWithShape="0">
                    <a:prstClr val="black">
                      <a:alpha val="40000"/>
                    </a:prstClr>
                  </a:outerShdw>
                </a:effectLst>
              </a:defRPr>
            </a:lvl1pPr>
          </a:lstStyle>
          <a:p>
            <a:pPr rtl="0"/>
            <a:fld id="{11A71338-8BA2-4C79-A6C5-5A8E30081D0C}" type="slidenum">
              <a:rPr lang="fr-FR" noProof="0" smtClean="0"/>
              <a:pPr/>
              <a:t>‹N°›</a:t>
            </a:fld>
            <a:endParaRPr lang="fr-FR" noProof="0"/>
          </a:p>
        </p:txBody>
      </p:sp>
    </p:spTree>
    <p:extLst>
      <p:ext uri="{BB962C8B-B14F-4D97-AF65-F5344CB8AC3E}">
        <p14:creationId xmlns:p14="http://schemas.microsoft.com/office/powerpoint/2010/main" val="33935119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ermeture">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4987528D-293D-419F-B6B1-A104443B2F85}"/>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52" name="Rectangle 51">
            <a:extLst>
              <a:ext uri="{FF2B5EF4-FFF2-40B4-BE49-F238E27FC236}">
                <a16:creationId xmlns:a16="http://schemas.microsoft.com/office/drawing/2014/main" id="{AA467263-FC60-4269-BE10-A00F3AE96AB9}"/>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sp>
        <p:nvSpPr>
          <p:cNvPr id="53" name="Triangle rectangle 52">
            <a:extLst>
              <a:ext uri="{FF2B5EF4-FFF2-40B4-BE49-F238E27FC236}">
                <a16:creationId xmlns:a16="http://schemas.microsoft.com/office/drawing/2014/main" id="{0A2143FD-5B7E-4844-9056-07C72D17C935}"/>
              </a:ext>
              <a:ext uri="{C183D7F6-B498-43B3-948B-1728B52AA6E4}">
                <adec:decorative xmlns:adec="http://schemas.microsoft.com/office/drawing/2017/decorative" val="1"/>
              </a:ext>
            </a:extLst>
          </p:cNvPr>
          <p:cNvSpPr/>
          <p:nvPr userDrawn="1"/>
        </p:nvSpPr>
        <p:spPr>
          <a:xfrm rot="13500000">
            <a:off x="-265271" y="2673521"/>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54" name="Organigramme : Document 53">
            <a:extLst>
              <a:ext uri="{FF2B5EF4-FFF2-40B4-BE49-F238E27FC236}">
                <a16:creationId xmlns:a16="http://schemas.microsoft.com/office/drawing/2014/main" id="{FD193356-2BA7-4BBE-A881-735188BBDB3F}"/>
              </a:ext>
              <a:ext uri="{C183D7F6-B498-43B3-948B-1728B52AA6E4}">
                <adec:decorative xmlns:adec="http://schemas.microsoft.com/office/drawing/2017/decorative" val="1"/>
              </a:ext>
            </a:extLst>
          </p:cNvPr>
          <p:cNvSpPr/>
          <p:nvPr userDrawn="1"/>
        </p:nvSpPr>
        <p:spPr>
          <a:xfrm rot="5400000">
            <a:off x="7455724" y="2105114"/>
            <a:ext cx="6858000" cy="2647778"/>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solidFill>
                <a:schemeClr val="bg1"/>
              </a:solidFill>
            </a:endParaRPr>
          </a:p>
        </p:txBody>
      </p:sp>
      <p:grpSp>
        <p:nvGrpSpPr>
          <p:cNvPr id="55" name="Groupe 54">
            <a:extLst>
              <a:ext uri="{FF2B5EF4-FFF2-40B4-BE49-F238E27FC236}">
                <a16:creationId xmlns:a16="http://schemas.microsoft.com/office/drawing/2014/main" id="{BABB6A4E-AAF5-46BC-AF70-EFB826898F06}"/>
              </a:ext>
              <a:ext uri="{C183D7F6-B498-43B3-948B-1728B52AA6E4}">
                <adec:decorative xmlns:adec="http://schemas.microsoft.com/office/drawing/2017/decorative" val="1"/>
              </a:ext>
            </a:extLst>
          </p:cNvPr>
          <p:cNvGrpSpPr/>
          <p:nvPr userDrawn="1"/>
        </p:nvGrpSpPr>
        <p:grpSpPr>
          <a:xfrm>
            <a:off x="-6214" y="-1"/>
            <a:ext cx="12214827" cy="6858000"/>
            <a:chOff x="-6214" y="-1"/>
            <a:chExt cx="12214827" cy="6858000"/>
          </a:xfrm>
        </p:grpSpPr>
        <p:cxnSp>
          <p:nvCxnSpPr>
            <p:cNvPr id="56" name="Connecteur droit 55">
              <a:extLst>
                <a:ext uri="{FF2B5EF4-FFF2-40B4-BE49-F238E27FC236}">
                  <a16:creationId xmlns:a16="http://schemas.microsoft.com/office/drawing/2014/main" id="{5098CE0A-07AF-475D-847B-BC2C09B11257}"/>
                </a:ext>
              </a:extLst>
            </p:cNvPr>
            <p:cNvCxnSpPr>
              <a:cxnSpLocks/>
            </p:cNvCxnSpPr>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0FAF8888-5C58-4210-9B6C-8453116F89D7}"/>
                </a:ext>
              </a:extLst>
            </p:cNvPr>
            <p:cNvCxnSpPr>
              <a:cxnSpLocks/>
            </p:cNvCxnSpPr>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Connecteur droit 57">
              <a:extLst>
                <a:ext uri="{FF2B5EF4-FFF2-40B4-BE49-F238E27FC236}">
                  <a16:creationId xmlns:a16="http://schemas.microsoft.com/office/drawing/2014/main" id="{E55DA967-527D-4EF5-BC5B-C9A4D0AE670B}"/>
                </a:ext>
              </a:extLst>
            </p:cNvPr>
            <p:cNvCxnSpPr>
              <a:cxnSpLocks/>
            </p:cNvCxnSpPr>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AD4B90F1-FA63-44F8-AFBD-EAA664F2668D}"/>
                </a:ext>
              </a:extLst>
            </p:cNvPr>
            <p:cNvCxnSpPr>
              <a:cxnSpLocks/>
            </p:cNvCxnSpPr>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Connecteur droit 59">
              <a:extLst>
                <a:ext uri="{FF2B5EF4-FFF2-40B4-BE49-F238E27FC236}">
                  <a16:creationId xmlns:a16="http://schemas.microsoft.com/office/drawing/2014/main" id="{779BC52E-5A86-4380-BDBD-4A8C8F79F3DA}"/>
                </a:ext>
              </a:extLst>
            </p:cNvPr>
            <p:cNvCxnSpPr>
              <a:cxnSpLocks/>
            </p:cNvCxnSpPr>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Connecteur droit 60">
              <a:extLst>
                <a:ext uri="{FF2B5EF4-FFF2-40B4-BE49-F238E27FC236}">
                  <a16:creationId xmlns:a16="http://schemas.microsoft.com/office/drawing/2014/main" id="{7518DD47-B72F-4572-8652-594CB38C7C77}"/>
                </a:ext>
              </a:extLst>
            </p:cNvPr>
            <p:cNvCxnSpPr>
              <a:cxnSpLocks/>
            </p:cNvCxnSpPr>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6BB75A49-D451-4D82-A22C-FF0946E6DED9}"/>
                </a:ext>
              </a:extLst>
            </p:cNvPr>
            <p:cNvCxnSpPr>
              <a:cxnSpLocks/>
            </p:cNvCxnSpPr>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Connecteur droit 62">
              <a:extLst>
                <a:ext uri="{FF2B5EF4-FFF2-40B4-BE49-F238E27FC236}">
                  <a16:creationId xmlns:a16="http://schemas.microsoft.com/office/drawing/2014/main" id="{0BCB1FB9-CC9B-48F2-90C3-821F3F616C17}"/>
                </a:ext>
              </a:extLst>
            </p:cNvPr>
            <p:cNvCxnSpPr>
              <a:cxnSpLocks/>
            </p:cNvCxnSpPr>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Connecteur droit 63">
              <a:extLst>
                <a:ext uri="{FF2B5EF4-FFF2-40B4-BE49-F238E27FC236}">
                  <a16:creationId xmlns:a16="http://schemas.microsoft.com/office/drawing/2014/main" id="{A6D00A7D-DC23-4315-9EC0-B669EB491DB1}"/>
                </a:ext>
              </a:extLst>
            </p:cNvPr>
            <p:cNvCxnSpPr>
              <a:cxnSpLocks/>
            </p:cNvCxnSpPr>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Connecteur droit 64">
              <a:extLst>
                <a:ext uri="{FF2B5EF4-FFF2-40B4-BE49-F238E27FC236}">
                  <a16:creationId xmlns:a16="http://schemas.microsoft.com/office/drawing/2014/main" id="{3E76C2DE-1D31-4289-AE7D-6C34B9BEE7E0}"/>
                </a:ext>
              </a:extLst>
            </p:cNvPr>
            <p:cNvCxnSpPr>
              <a:cxnSpLocks/>
            </p:cNvCxnSpPr>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Connecteur droit 65">
              <a:extLst>
                <a:ext uri="{FF2B5EF4-FFF2-40B4-BE49-F238E27FC236}">
                  <a16:creationId xmlns:a16="http://schemas.microsoft.com/office/drawing/2014/main" id="{B62E9492-F409-482D-B645-10FF6AC41AF9}"/>
                </a:ext>
              </a:extLst>
            </p:cNvPr>
            <p:cNvCxnSpPr>
              <a:cxnSpLocks/>
            </p:cNvCxnSpPr>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Connecteur droit 66">
              <a:extLst>
                <a:ext uri="{FF2B5EF4-FFF2-40B4-BE49-F238E27FC236}">
                  <a16:creationId xmlns:a16="http://schemas.microsoft.com/office/drawing/2014/main" id="{62DC565F-0CA2-4501-8213-735FFE3DF6B3}"/>
                </a:ext>
              </a:extLst>
            </p:cNvPr>
            <p:cNvCxnSpPr>
              <a:cxnSpLocks/>
            </p:cNvCxnSpPr>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Connecteur droit 67">
              <a:extLst>
                <a:ext uri="{FF2B5EF4-FFF2-40B4-BE49-F238E27FC236}">
                  <a16:creationId xmlns:a16="http://schemas.microsoft.com/office/drawing/2014/main" id="{7E5A3D38-7FDD-4709-88C6-590F3E5AEA78}"/>
                </a:ext>
              </a:extLst>
            </p:cNvPr>
            <p:cNvCxnSpPr>
              <a:cxnSpLocks/>
            </p:cNvCxnSpPr>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Connecteur droit 68">
              <a:extLst>
                <a:ext uri="{FF2B5EF4-FFF2-40B4-BE49-F238E27FC236}">
                  <a16:creationId xmlns:a16="http://schemas.microsoft.com/office/drawing/2014/main" id="{3F34FB10-A2A2-42BE-89D3-59CDCDF82CEB}"/>
                </a:ext>
              </a:extLst>
            </p:cNvPr>
            <p:cNvCxnSpPr>
              <a:cxnSpLocks/>
            </p:cNvCxnSpPr>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Connecteur droit 69">
              <a:extLst>
                <a:ext uri="{FF2B5EF4-FFF2-40B4-BE49-F238E27FC236}">
                  <a16:creationId xmlns:a16="http://schemas.microsoft.com/office/drawing/2014/main" id="{A0EB0B65-231B-4586-AB6F-5AB3DE9FAADA}"/>
                </a:ext>
              </a:extLst>
            </p:cNvPr>
            <p:cNvCxnSpPr>
              <a:cxnSpLocks/>
            </p:cNvCxnSpPr>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Connecteur droit 70">
              <a:extLst>
                <a:ext uri="{FF2B5EF4-FFF2-40B4-BE49-F238E27FC236}">
                  <a16:creationId xmlns:a16="http://schemas.microsoft.com/office/drawing/2014/main" id="{519DB94B-4BD3-4672-BD6B-3994D5B9CE77}"/>
                </a:ext>
              </a:extLst>
            </p:cNvPr>
            <p:cNvCxnSpPr>
              <a:cxnSpLocks/>
            </p:cNvCxnSpPr>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Connecteur droit 71">
              <a:extLst>
                <a:ext uri="{FF2B5EF4-FFF2-40B4-BE49-F238E27FC236}">
                  <a16:creationId xmlns:a16="http://schemas.microsoft.com/office/drawing/2014/main" id="{6806E7D0-A3FD-43BC-B099-D9AD77116FD8}"/>
                </a:ext>
              </a:extLst>
            </p:cNvPr>
            <p:cNvCxnSpPr>
              <a:cxnSpLocks/>
            </p:cNvCxnSpPr>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Connecteur droit 72">
              <a:extLst>
                <a:ext uri="{FF2B5EF4-FFF2-40B4-BE49-F238E27FC236}">
                  <a16:creationId xmlns:a16="http://schemas.microsoft.com/office/drawing/2014/main" id="{F9D3F4C0-B895-47F1-B38A-1D86C2396A92}"/>
                </a:ext>
              </a:extLst>
            </p:cNvPr>
            <p:cNvCxnSpPr>
              <a:cxnSpLocks/>
            </p:cNvCxnSpPr>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Connecteur droit 73">
              <a:extLst>
                <a:ext uri="{FF2B5EF4-FFF2-40B4-BE49-F238E27FC236}">
                  <a16:creationId xmlns:a16="http://schemas.microsoft.com/office/drawing/2014/main" id="{52FA5DF4-DE8F-4EF8-BC50-0BDA1ED6BA11}"/>
                </a:ext>
              </a:extLst>
            </p:cNvPr>
            <p:cNvCxnSpPr>
              <a:cxnSpLocks/>
            </p:cNvCxnSpPr>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Connecteur droit 74">
              <a:extLst>
                <a:ext uri="{FF2B5EF4-FFF2-40B4-BE49-F238E27FC236}">
                  <a16:creationId xmlns:a16="http://schemas.microsoft.com/office/drawing/2014/main" id="{741CF04F-8C94-4781-839F-DCABB2D7BC97}"/>
                </a:ext>
              </a:extLst>
            </p:cNvPr>
            <p:cNvCxnSpPr>
              <a:cxnSpLocks/>
            </p:cNvCxnSpPr>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Connecteur droit 75">
              <a:extLst>
                <a:ext uri="{FF2B5EF4-FFF2-40B4-BE49-F238E27FC236}">
                  <a16:creationId xmlns:a16="http://schemas.microsoft.com/office/drawing/2014/main" id="{508DF419-049D-4C31-BE0A-E5F9FADA5100}"/>
                </a:ext>
              </a:extLst>
            </p:cNvPr>
            <p:cNvCxnSpPr>
              <a:cxnSpLocks/>
            </p:cNvCxnSpPr>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Connecteur droit 76">
              <a:extLst>
                <a:ext uri="{FF2B5EF4-FFF2-40B4-BE49-F238E27FC236}">
                  <a16:creationId xmlns:a16="http://schemas.microsoft.com/office/drawing/2014/main" id="{9619C9CF-0817-4920-8D58-4983252BD91C}"/>
                </a:ext>
              </a:extLst>
            </p:cNvPr>
            <p:cNvCxnSpPr>
              <a:cxnSpLocks/>
            </p:cNvCxnSpPr>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Connecteur droit 77">
              <a:extLst>
                <a:ext uri="{FF2B5EF4-FFF2-40B4-BE49-F238E27FC236}">
                  <a16:creationId xmlns:a16="http://schemas.microsoft.com/office/drawing/2014/main" id="{7A5B031B-FA3D-4738-BB48-5143A29B8002}"/>
                </a:ext>
              </a:extLst>
            </p:cNvPr>
            <p:cNvCxnSpPr>
              <a:cxnSpLocks/>
            </p:cNvCxnSpPr>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Connecteur droit 78">
              <a:extLst>
                <a:ext uri="{FF2B5EF4-FFF2-40B4-BE49-F238E27FC236}">
                  <a16:creationId xmlns:a16="http://schemas.microsoft.com/office/drawing/2014/main" id="{94D8098E-5CEA-4903-A146-23D553F698E1}"/>
                </a:ext>
              </a:extLst>
            </p:cNvPr>
            <p:cNvCxnSpPr>
              <a:cxnSpLocks/>
            </p:cNvCxnSpPr>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Connecteur droit 79">
              <a:extLst>
                <a:ext uri="{FF2B5EF4-FFF2-40B4-BE49-F238E27FC236}">
                  <a16:creationId xmlns:a16="http://schemas.microsoft.com/office/drawing/2014/main" id="{DA900A38-58AC-40D4-896C-5B66E9712355}"/>
                </a:ext>
              </a:extLst>
            </p:cNvPr>
            <p:cNvCxnSpPr>
              <a:cxnSpLocks/>
            </p:cNvCxnSpPr>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Connecteur droit 80">
              <a:extLst>
                <a:ext uri="{FF2B5EF4-FFF2-40B4-BE49-F238E27FC236}">
                  <a16:creationId xmlns:a16="http://schemas.microsoft.com/office/drawing/2014/main" id="{53E623E7-180E-4DB5-91B3-48CE8414D8BA}"/>
                </a:ext>
              </a:extLst>
            </p:cNvPr>
            <p:cNvCxnSpPr>
              <a:cxnSpLocks/>
            </p:cNvCxnSpPr>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Connecteur droit 81">
              <a:extLst>
                <a:ext uri="{FF2B5EF4-FFF2-40B4-BE49-F238E27FC236}">
                  <a16:creationId xmlns:a16="http://schemas.microsoft.com/office/drawing/2014/main" id="{6C3F2957-4A6D-4C53-A2BC-0ED300AE530D}"/>
                </a:ext>
              </a:extLst>
            </p:cNvPr>
            <p:cNvCxnSpPr>
              <a:cxnSpLocks/>
            </p:cNvCxnSpPr>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Connecteur droit 82">
              <a:extLst>
                <a:ext uri="{FF2B5EF4-FFF2-40B4-BE49-F238E27FC236}">
                  <a16:creationId xmlns:a16="http://schemas.microsoft.com/office/drawing/2014/main" id="{29A34577-91E4-43A1-965D-0E340D1398EA}"/>
                </a:ext>
              </a:extLst>
            </p:cNvPr>
            <p:cNvCxnSpPr>
              <a:cxnSpLocks/>
            </p:cNvCxnSpPr>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Connecteur droit 83">
              <a:extLst>
                <a:ext uri="{FF2B5EF4-FFF2-40B4-BE49-F238E27FC236}">
                  <a16:creationId xmlns:a16="http://schemas.microsoft.com/office/drawing/2014/main" id="{2C7E108E-58D2-4FB5-AFA0-27A86DA9630B}"/>
                </a:ext>
              </a:extLst>
            </p:cNvPr>
            <p:cNvCxnSpPr>
              <a:cxnSpLocks/>
            </p:cNvCxnSpPr>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re 1">
            <a:extLst>
              <a:ext uri="{FF2B5EF4-FFF2-40B4-BE49-F238E27FC236}">
                <a16:creationId xmlns:a16="http://schemas.microsoft.com/office/drawing/2014/main" id="{38B22350-AB76-4020-9872-4E63DFBF96A3}"/>
              </a:ext>
            </a:extLst>
          </p:cNvPr>
          <p:cNvSpPr>
            <a:spLocks noGrp="1"/>
          </p:cNvSpPr>
          <p:nvPr>
            <p:ph type="title" hasCustomPrompt="1"/>
          </p:nvPr>
        </p:nvSpPr>
        <p:spPr>
          <a:xfrm>
            <a:off x="444604" y="689389"/>
            <a:ext cx="5465225" cy="2637455"/>
          </a:xfrm>
          <a:prstGeom prst="rect">
            <a:avLst/>
          </a:prstGeom>
        </p:spPr>
        <p:txBody>
          <a:bodyPr rtlCol="0" anchor="b"/>
          <a:lstStyle>
            <a:lvl1pPr>
              <a:defRPr>
                <a:solidFill>
                  <a:schemeClr val="tx2"/>
                </a:solidFill>
              </a:defRPr>
            </a:lvl1pPr>
          </a:lstStyle>
          <a:p>
            <a:pPr rtl="0"/>
            <a:r>
              <a:rPr lang="fr-FR" noProof="0"/>
              <a:t>Cliquez pour ajouter un titre</a:t>
            </a:r>
          </a:p>
        </p:txBody>
      </p:sp>
      <p:sp>
        <p:nvSpPr>
          <p:cNvPr id="86" name="Sous-titre 2">
            <a:extLst>
              <a:ext uri="{FF2B5EF4-FFF2-40B4-BE49-F238E27FC236}">
                <a16:creationId xmlns:a16="http://schemas.microsoft.com/office/drawing/2014/main" id="{89A872D6-4D76-4CD1-9873-C29D72DFD68D}"/>
              </a:ext>
            </a:extLst>
          </p:cNvPr>
          <p:cNvSpPr>
            <a:spLocks noGrp="1"/>
          </p:cNvSpPr>
          <p:nvPr>
            <p:ph type="subTitle" idx="1"/>
          </p:nvPr>
        </p:nvSpPr>
        <p:spPr>
          <a:xfrm>
            <a:off x="453142" y="3602038"/>
            <a:ext cx="5414255" cy="1560594"/>
          </a:xfrm>
          <a:prstGeom prst="rect">
            <a:avLst/>
          </a:prstGeom>
        </p:spPr>
        <p:txBody>
          <a:bodyPr rtlCol="0"/>
          <a:lstStyle>
            <a:lvl1pPr marL="0" indent="0">
              <a:lnSpc>
                <a:spcPct val="100000"/>
              </a:lnSpc>
              <a:buNone/>
              <a:defRPr sz="1800">
                <a:solidFill>
                  <a:schemeClr val="tx2"/>
                </a:solidFill>
              </a:defRPr>
            </a:lvl1pPr>
          </a:lstStyle>
          <a:p>
            <a:pPr algn="l" rtl="0">
              <a:lnSpc>
                <a:spcPct val="110000"/>
              </a:lnSpc>
            </a:pPr>
            <a:r>
              <a:rPr lang="fr-FR" noProof="0">
                <a:solidFill>
                  <a:schemeClr val="tx2">
                    <a:alpha val="80000"/>
                  </a:schemeClr>
                </a:solidFill>
              </a:rPr>
              <a:t>Modifiez le style des sous-titres du masque</a:t>
            </a:r>
          </a:p>
        </p:txBody>
      </p:sp>
      <p:sp>
        <p:nvSpPr>
          <p:cNvPr id="91" name="Espace réservé de la date 3">
            <a:extLst>
              <a:ext uri="{FF2B5EF4-FFF2-40B4-BE49-F238E27FC236}">
                <a16:creationId xmlns:a16="http://schemas.microsoft.com/office/drawing/2014/main" id="{4986AE78-551F-477B-AF47-E26167A61C65}"/>
              </a:ext>
            </a:extLst>
          </p:cNvPr>
          <p:cNvSpPr>
            <a:spLocks noGrp="1"/>
          </p:cNvSpPr>
          <p:nvPr>
            <p:ph type="dt" sz="half" idx="10"/>
          </p:nvPr>
        </p:nvSpPr>
        <p:spPr>
          <a:xfrm>
            <a:off x="457200" y="6324600"/>
            <a:ext cx="2560220" cy="365125"/>
          </a:xfrm>
          <a:prstGeom prst="rect">
            <a:avLst/>
          </a:prstGeom>
        </p:spPr>
        <p:txBody>
          <a:bodyPr rtlCol="0" anchor="ctr"/>
          <a:lstStyle>
            <a:lvl1pPr>
              <a:defRPr sz="900" spc="150" baseline="0">
                <a:solidFill>
                  <a:schemeClr val="tx1"/>
                </a:solidFill>
              </a:defRPr>
            </a:lvl1pPr>
          </a:lstStyle>
          <a:p>
            <a:pPr rtl="0"/>
            <a:r>
              <a:rPr lang="fr-FR" noProof="0"/>
              <a:t>02/02/20XX</a:t>
            </a:r>
          </a:p>
        </p:txBody>
      </p:sp>
      <p:sp>
        <p:nvSpPr>
          <p:cNvPr id="47" name="Espace réservé d’image 4">
            <a:extLst>
              <a:ext uri="{FF2B5EF4-FFF2-40B4-BE49-F238E27FC236}">
                <a16:creationId xmlns:a16="http://schemas.microsoft.com/office/drawing/2014/main" id="{5C9DFB21-140A-4BCA-8D67-8581312FE9D8}"/>
              </a:ext>
            </a:extLst>
          </p:cNvPr>
          <p:cNvSpPr>
            <a:spLocks noGrp="1"/>
          </p:cNvSpPr>
          <p:nvPr>
            <p:ph type="pic" sz="quarter" idx="15" hasCustomPrompt="1"/>
          </p:nvPr>
        </p:nvSpPr>
        <p:spPr>
          <a:xfrm>
            <a:off x="5996630" y="443884"/>
            <a:ext cx="5909831" cy="5879389"/>
          </a:xfrm>
          <a:prstGeom prst="ellipse">
            <a:avLst/>
          </a:prstGeom>
        </p:spPr>
        <p:txBody>
          <a:bodyPr rtlCol="0" anchor="ctr"/>
          <a:lstStyle>
            <a:lvl1pPr marL="0" indent="0" algn="ctr">
              <a:buNone/>
              <a:defRPr sz="2000">
                <a:solidFill>
                  <a:schemeClr val="tx1"/>
                </a:solidFill>
              </a:defRPr>
            </a:lvl1pPr>
          </a:lstStyle>
          <a:p>
            <a:pPr rtl="0"/>
            <a:r>
              <a:rPr lang="fr-FR" noProof="0"/>
              <a:t>Cliquez pour ajouter une photo</a:t>
            </a:r>
          </a:p>
        </p:txBody>
      </p:sp>
      <p:sp>
        <p:nvSpPr>
          <p:cNvPr id="92" name="Espace réservé du pied de page 4">
            <a:extLst>
              <a:ext uri="{FF2B5EF4-FFF2-40B4-BE49-F238E27FC236}">
                <a16:creationId xmlns:a16="http://schemas.microsoft.com/office/drawing/2014/main" id="{19C3F2E1-5471-4835-8A24-5F00674FDEFA}"/>
              </a:ext>
            </a:extLst>
          </p:cNvPr>
          <p:cNvSpPr>
            <a:spLocks noGrp="1"/>
          </p:cNvSpPr>
          <p:nvPr>
            <p:ph type="ftr" sz="quarter" idx="11"/>
          </p:nvPr>
        </p:nvSpPr>
        <p:spPr>
          <a:xfrm>
            <a:off x="4200861" y="6319838"/>
            <a:ext cx="3982781" cy="365125"/>
          </a:xfrm>
          <a:prstGeom prst="rect">
            <a:avLst/>
          </a:prstGeom>
        </p:spPr>
        <p:txBody>
          <a:bodyPr rtlCol="0" anchor="ctr"/>
          <a:lstStyle>
            <a:lvl1pPr algn="ctr">
              <a:defRPr sz="900" spc="150" baseline="0">
                <a:solidFill>
                  <a:schemeClr val="tx1"/>
                </a:solidFill>
              </a:defRPr>
            </a:lvl1pPr>
          </a:lstStyle>
          <a:p>
            <a:pPr rtl="0"/>
            <a:r>
              <a:rPr lang="fr-FR" noProof="0"/>
              <a:t>TITRE DE LA PRÉSENTATION</a:t>
            </a:r>
          </a:p>
        </p:txBody>
      </p:sp>
      <p:sp>
        <p:nvSpPr>
          <p:cNvPr id="93" name="Espace réservé du numéro de diapositive 5">
            <a:extLst>
              <a:ext uri="{FF2B5EF4-FFF2-40B4-BE49-F238E27FC236}">
                <a16:creationId xmlns:a16="http://schemas.microsoft.com/office/drawing/2014/main" id="{24B165E2-B012-4272-BBB2-66D70B29AEDC}"/>
              </a:ext>
            </a:extLst>
          </p:cNvPr>
          <p:cNvSpPr>
            <a:spLocks noGrp="1"/>
          </p:cNvSpPr>
          <p:nvPr>
            <p:ph type="sldNum" sz="quarter" idx="12"/>
          </p:nvPr>
        </p:nvSpPr>
        <p:spPr>
          <a:xfrm>
            <a:off x="11190806" y="6324600"/>
            <a:ext cx="799078" cy="365125"/>
          </a:xfrm>
          <a:prstGeom prst="rect">
            <a:avLst/>
          </a:prstGeom>
        </p:spPr>
        <p:txBody>
          <a:bodyPr rtlCol="0" anchor="ctr"/>
          <a:lstStyle>
            <a:lvl1pPr algn="ctr">
              <a:defRPr sz="900" spc="150" baseline="0">
                <a:solidFill>
                  <a:schemeClr val="tx1"/>
                </a:solidFill>
              </a:defRPr>
            </a:lvl1pPr>
          </a:lstStyle>
          <a:p>
            <a:pPr rtl="0"/>
            <a:fld id="{11A71338-8BA2-4C79-A6C5-5A8E30081D0C}" type="slidenum">
              <a:rPr lang="fr-FR" noProof="0" smtClean="0"/>
              <a:pPr/>
              <a:t>‹N°›</a:t>
            </a:fld>
            <a:endParaRPr lang="fr-FR" noProof="0"/>
          </a:p>
        </p:txBody>
      </p:sp>
    </p:spTree>
    <p:extLst>
      <p:ext uri="{BB962C8B-B14F-4D97-AF65-F5344CB8AC3E}">
        <p14:creationId xmlns:p14="http://schemas.microsoft.com/office/powerpoint/2010/main" val="1610060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7530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804" r:id="rId12"/>
    <p:sldLayoutId id="2147483805" r:id="rId13"/>
  </p:sldLayoutIdLst>
  <p:hf hdr="0"/>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re 21">
            <a:extLst>
              <a:ext uri="{FF2B5EF4-FFF2-40B4-BE49-F238E27FC236}">
                <a16:creationId xmlns:a16="http://schemas.microsoft.com/office/drawing/2014/main" id="{E237725B-2565-4774-93C0-E26EF713BE6C}"/>
              </a:ext>
            </a:extLst>
          </p:cNvPr>
          <p:cNvSpPr>
            <a:spLocks noGrp="1"/>
          </p:cNvSpPr>
          <p:nvPr>
            <p:ph type="title"/>
          </p:nvPr>
        </p:nvSpPr>
        <p:spPr>
          <a:xfrm>
            <a:off x="0" y="3756155"/>
            <a:ext cx="12191998" cy="3200134"/>
          </a:xfrm>
          <a:solidFill>
            <a:schemeClr val="tx2">
              <a:lumMod val="50000"/>
              <a:lumOff val="50000"/>
            </a:schemeClr>
          </a:solidFill>
        </p:spPr>
        <p:txBody>
          <a:bodyPr rtlCol="0"/>
          <a:lstStyle/>
          <a:p>
            <a:r>
              <a:rPr lang="fr-FR" sz="4800" dirty="0"/>
              <a:t>Stage M2 en Entreprise</a:t>
            </a:r>
            <a:br>
              <a:rPr lang="fr-FR" sz="4800" dirty="0"/>
            </a:br>
            <a:r>
              <a:rPr lang="fr-FR" sz="2000" dirty="0"/>
              <a:t>Développement d'une application d’incrustation visuelle d'équipements</a:t>
            </a:r>
            <a:br>
              <a:rPr lang="fr-FR" sz="2000" dirty="0"/>
            </a:br>
            <a:r>
              <a:rPr lang="fr-FR" sz="2000" dirty="0"/>
              <a:t>thermiques et de climatisations par Intelligence Artificielle</a:t>
            </a:r>
            <a:br>
              <a:rPr lang="fr-FR" sz="4800" dirty="0"/>
            </a:br>
            <a:endParaRPr lang="fr-FR" sz="4800" dirty="0"/>
          </a:p>
        </p:txBody>
      </p:sp>
      <p:pic>
        <p:nvPicPr>
          <p:cNvPr id="6" name="Espace réservé d’image 5">
            <a:extLst>
              <a:ext uri="{FF2B5EF4-FFF2-40B4-BE49-F238E27FC236}">
                <a16:creationId xmlns:a16="http://schemas.microsoft.com/office/drawing/2014/main" id="{245D2E4A-CD89-4167-BA54-B68EF9CCBC5E}"/>
              </a:ext>
            </a:extLst>
          </p:cNvPr>
          <p:cNvPicPr>
            <a:picLocks noGrp="1" noChangeAspect="1"/>
          </p:cNvPicPr>
          <p:nvPr>
            <p:ph type="pic" sz="quarter" idx="13"/>
          </p:nvPr>
        </p:nvPicPr>
        <p:blipFill rotWithShape="1">
          <a:blip r:embed="rId3"/>
          <a:srcRect t="24461" b="24461"/>
          <a:stretch/>
        </p:blipFill>
        <p:spPr/>
      </p:pic>
      <p:sp>
        <p:nvSpPr>
          <p:cNvPr id="3" name="Espace réservé du texte 2">
            <a:extLst>
              <a:ext uri="{FF2B5EF4-FFF2-40B4-BE49-F238E27FC236}">
                <a16:creationId xmlns:a16="http://schemas.microsoft.com/office/drawing/2014/main" id="{A75B6628-6044-400F-993F-3869F8D21A61}"/>
              </a:ext>
            </a:extLst>
          </p:cNvPr>
          <p:cNvSpPr>
            <a:spLocks noGrp="1"/>
          </p:cNvSpPr>
          <p:nvPr>
            <p:ph type="body" sz="quarter" idx="15"/>
          </p:nvPr>
        </p:nvSpPr>
        <p:spPr>
          <a:xfrm>
            <a:off x="825910" y="5062867"/>
            <a:ext cx="6646606" cy="2154010"/>
          </a:xfrm>
        </p:spPr>
        <p:txBody>
          <a:bodyPr rtlCol="0"/>
          <a:lstStyle/>
          <a:p>
            <a:pPr rtl="0"/>
            <a:r>
              <a:rPr lang="fr-FR" dirty="0"/>
              <a:t>Soitel Rémi</a:t>
            </a:r>
          </a:p>
        </p:txBody>
      </p:sp>
      <p:sp>
        <p:nvSpPr>
          <p:cNvPr id="9" name="Ellipse 8">
            <a:extLst>
              <a:ext uri="{FF2B5EF4-FFF2-40B4-BE49-F238E27FC236}">
                <a16:creationId xmlns:a16="http://schemas.microsoft.com/office/drawing/2014/main" id="{BD57835E-4221-FB90-6D4E-E159B35DD9FC}"/>
              </a:ext>
            </a:extLst>
          </p:cNvPr>
          <p:cNvSpPr/>
          <p:nvPr/>
        </p:nvSpPr>
        <p:spPr>
          <a:xfrm>
            <a:off x="9876497" y="3755606"/>
            <a:ext cx="580104" cy="456248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Image 1">
            <a:extLst>
              <a:ext uri="{FF2B5EF4-FFF2-40B4-BE49-F238E27FC236}">
                <a16:creationId xmlns:a16="http://schemas.microsoft.com/office/drawing/2014/main" id="{5F7D3D65-A0AC-A3DC-3B90-24D923C218F8}"/>
              </a:ext>
            </a:extLst>
          </p:cNvPr>
          <p:cNvPicPr>
            <a:picLocks noChangeAspect="1"/>
          </p:cNvPicPr>
          <p:nvPr/>
        </p:nvPicPr>
        <p:blipFill>
          <a:blip r:embed="rId4"/>
          <a:srcRect/>
          <a:stretch/>
        </p:blipFill>
        <p:spPr bwMode="auto">
          <a:xfrm>
            <a:off x="9988391" y="5553924"/>
            <a:ext cx="2262211" cy="1402365"/>
          </a:xfrm>
          <a:prstGeom prst="rect">
            <a:avLst/>
          </a:prstGeom>
          <a:solidFill>
            <a:srgbClr val="FFFFFF"/>
          </a:solidFill>
          <a:ln>
            <a:noFill/>
          </a:ln>
        </p:spPr>
      </p:pic>
      <p:sp>
        <p:nvSpPr>
          <p:cNvPr id="7" name="Rectangle 6">
            <a:extLst>
              <a:ext uri="{FF2B5EF4-FFF2-40B4-BE49-F238E27FC236}">
                <a16:creationId xmlns:a16="http://schemas.microsoft.com/office/drawing/2014/main" id="{E61A03E9-6421-69D6-8C42-31334E0B077C}"/>
              </a:ext>
            </a:extLst>
          </p:cNvPr>
          <p:cNvSpPr/>
          <p:nvPr/>
        </p:nvSpPr>
        <p:spPr>
          <a:xfrm>
            <a:off x="10166552" y="3832860"/>
            <a:ext cx="2025448" cy="9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BEEB6FD2-445C-B73E-707D-00C8FF77CA51}"/>
              </a:ext>
            </a:extLst>
          </p:cNvPr>
          <p:cNvSpPr/>
          <p:nvPr/>
        </p:nvSpPr>
        <p:spPr>
          <a:xfrm>
            <a:off x="10166550" y="3755606"/>
            <a:ext cx="1189708" cy="9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descr="Chauffage Der Energies | Bettancourt-la-Ferrée">
            <a:extLst>
              <a:ext uri="{FF2B5EF4-FFF2-40B4-BE49-F238E27FC236}">
                <a16:creationId xmlns:a16="http://schemas.microsoft.com/office/drawing/2014/main" id="{A09E1447-848B-2D93-D79E-A68C10060442}"/>
              </a:ext>
            </a:extLst>
          </p:cNvPr>
          <p:cNvPicPr>
            <a:picLocks noChangeAspect="1"/>
          </p:cNvPicPr>
          <p:nvPr/>
        </p:nvPicPr>
        <p:blipFill>
          <a:blip r:embed="rId5"/>
          <a:stretch>
            <a:fillRect/>
          </a:stretch>
        </p:blipFill>
        <p:spPr>
          <a:xfrm>
            <a:off x="10166552" y="3981225"/>
            <a:ext cx="2025446" cy="1572699"/>
          </a:xfrm>
          <a:prstGeom prst="rect">
            <a:avLst/>
          </a:prstGeom>
        </p:spPr>
      </p:pic>
    </p:spTree>
    <p:extLst>
      <p:ext uri="{BB962C8B-B14F-4D97-AF65-F5344CB8AC3E}">
        <p14:creationId xmlns:p14="http://schemas.microsoft.com/office/powerpoint/2010/main" val="3777867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6E373538-F429-4D6C-BCA4-1AF41CA65DC5}"/>
              </a:ext>
            </a:extLst>
          </p:cNvPr>
          <p:cNvSpPr>
            <a:spLocks noGrp="1"/>
          </p:cNvSpPr>
          <p:nvPr>
            <p:ph type="title"/>
          </p:nvPr>
        </p:nvSpPr>
        <p:spPr>
          <a:xfrm>
            <a:off x="575570" y="2940811"/>
            <a:ext cx="5552414" cy="2727486"/>
          </a:xfrm>
        </p:spPr>
        <p:txBody>
          <a:bodyPr rtlCol="0"/>
          <a:lstStyle/>
          <a:p>
            <a:pPr rtl="0"/>
            <a:r>
              <a:rPr lang="fr-FR" dirty="0"/>
              <a:t>Sommaire</a:t>
            </a:r>
          </a:p>
        </p:txBody>
      </p:sp>
      <p:sp>
        <p:nvSpPr>
          <p:cNvPr id="12" name="Espace réservé du contenu 11">
            <a:extLst>
              <a:ext uri="{FF2B5EF4-FFF2-40B4-BE49-F238E27FC236}">
                <a16:creationId xmlns:a16="http://schemas.microsoft.com/office/drawing/2014/main" id="{0EFA4165-8A1E-438E-9708-21F5EB58C422}"/>
              </a:ext>
            </a:extLst>
          </p:cNvPr>
          <p:cNvSpPr>
            <a:spLocks noGrp="1"/>
          </p:cNvSpPr>
          <p:nvPr>
            <p:ph sz="quarter" idx="15"/>
          </p:nvPr>
        </p:nvSpPr>
        <p:spPr>
          <a:xfrm>
            <a:off x="6189663" y="550607"/>
            <a:ext cx="5816600" cy="5695980"/>
          </a:xfrm>
        </p:spPr>
        <p:txBody>
          <a:bodyPr rtlCol="0">
            <a:normAutofit/>
          </a:bodyPr>
          <a:lstStyle/>
          <a:p>
            <a:pPr marL="342900" indent="-342900" rtl="0">
              <a:lnSpc>
                <a:spcPct val="200000"/>
              </a:lnSpc>
              <a:buClr>
                <a:schemeClr val="tx1"/>
              </a:buClr>
              <a:buFont typeface="Arial" panose="020B0604020202020204" pitchFamily="34" charset="0"/>
              <a:buChar char="•"/>
            </a:pPr>
            <a:r>
              <a:rPr lang="fr-FR" dirty="0"/>
              <a:t>Introduction</a:t>
            </a:r>
          </a:p>
          <a:p>
            <a:pPr marL="342900" indent="-342900" rtl="0">
              <a:lnSpc>
                <a:spcPct val="200000"/>
              </a:lnSpc>
              <a:buClr>
                <a:schemeClr val="tx1"/>
              </a:buClr>
              <a:buFont typeface="Arial" panose="020B0604020202020204" pitchFamily="34" charset="0"/>
              <a:buChar char="•"/>
            </a:pPr>
            <a:r>
              <a:rPr lang="fr-FR" dirty="0"/>
              <a:t>Contexte, Problématique et Objectif</a:t>
            </a:r>
          </a:p>
          <a:p>
            <a:pPr marL="342900" indent="-342900" rtl="0">
              <a:lnSpc>
                <a:spcPct val="200000"/>
              </a:lnSpc>
              <a:buClr>
                <a:schemeClr val="tx1"/>
              </a:buClr>
              <a:buFont typeface="Arial" panose="020B0604020202020204" pitchFamily="34" charset="0"/>
              <a:buChar char="•"/>
            </a:pPr>
            <a:r>
              <a:rPr lang="fr-FR" dirty="0"/>
              <a:t>Etude et Choix</a:t>
            </a:r>
          </a:p>
          <a:p>
            <a:pPr marL="342900" indent="-342900" rtl="0">
              <a:lnSpc>
                <a:spcPct val="200000"/>
              </a:lnSpc>
              <a:buClr>
                <a:schemeClr val="tx1"/>
              </a:buClr>
              <a:buFont typeface="Arial" panose="020B0604020202020204" pitchFamily="34" charset="0"/>
              <a:buChar char="•"/>
            </a:pPr>
            <a:r>
              <a:rPr lang="fr-FR" dirty="0"/>
              <a:t>Implémentation</a:t>
            </a:r>
          </a:p>
          <a:p>
            <a:pPr marL="342900" indent="-342900" rtl="0">
              <a:lnSpc>
                <a:spcPct val="200000"/>
              </a:lnSpc>
              <a:buClr>
                <a:schemeClr val="tx1"/>
              </a:buClr>
              <a:buFont typeface="Arial" panose="020B0604020202020204" pitchFamily="34" charset="0"/>
              <a:buChar char="•"/>
            </a:pPr>
            <a:r>
              <a:rPr lang="fr-FR" dirty="0"/>
              <a:t>Perspective d’Amélioration</a:t>
            </a:r>
          </a:p>
          <a:p>
            <a:pPr marL="342900" indent="-342900" rtl="0">
              <a:lnSpc>
                <a:spcPct val="200000"/>
              </a:lnSpc>
              <a:buClr>
                <a:schemeClr val="tx1"/>
              </a:buClr>
              <a:buFont typeface="Arial" panose="020B0604020202020204" pitchFamily="34" charset="0"/>
              <a:buChar char="•"/>
            </a:pPr>
            <a:r>
              <a:rPr lang="fr-FR" dirty="0"/>
              <a:t>Conclusion</a:t>
            </a:r>
          </a:p>
        </p:txBody>
      </p:sp>
      <p:sp>
        <p:nvSpPr>
          <p:cNvPr id="17" name="Espace réservé de la date 16">
            <a:extLst>
              <a:ext uri="{FF2B5EF4-FFF2-40B4-BE49-F238E27FC236}">
                <a16:creationId xmlns:a16="http://schemas.microsoft.com/office/drawing/2014/main" id="{747D76C8-F234-4DEE-A20C-A545F39C0DD0}"/>
              </a:ext>
            </a:extLst>
          </p:cNvPr>
          <p:cNvSpPr>
            <a:spLocks noGrp="1"/>
          </p:cNvSpPr>
          <p:nvPr>
            <p:ph type="dt" sz="half" idx="10"/>
          </p:nvPr>
        </p:nvSpPr>
        <p:spPr>
          <a:xfrm>
            <a:off x="457200" y="6324600"/>
            <a:ext cx="2560220" cy="365125"/>
          </a:xfrm>
        </p:spPr>
        <p:txBody>
          <a:bodyPr rtlCol="0"/>
          <a:lstStyle/>
          <a:p>
            <a:pPr rtl="0"/>
            <a:r>
              <a:rPr lang="fr-FR" dirty="0"/>
              <a:t>Soitel Rémi</a:t>
            </a:r>
          </a:p>
        </p:txBody>
      </p:sp>
      <p:sp>
        <p:nvSpPr>
          <p:cNvPr id="18" name="Espace réservé du pied de page 17">
            <a:extLst>
              <a:ext uri="{FF2B5EF4-FFF2-40B4-BE49-F238E27FC236}">
                <a16:creationId xmlns:a16="http://schemas.microsoft.com/office/drawing/2014/main" id="{4C12A37B-898B-4E94-B678-E56B402FC999}"/>
              </a:ext>
            </a:extLst>
          </p:cNvPr>
          <p:cNvSpPr>
            <a:spLocks noGrp="1"/>
          </p:cNvSpPr>
          <p:nvPr>
            <p:ph type="ftr" sz="quarter" idx="11"/>
          </p:nvPr>
        </p:nvSpPr>
        <p:spPr>
          <a:xfrm>
            <a:off x="4200861" y="6319838"/>
            <a:ext cx="3982781" cy="365125"/>
          </a:xfrm>
        </p:spPr>
        <p:txBody>
          <a:bodyPr rtlCol="0"/>
          <a:lstStyle/>
          <a:p>
            <a:pPr rtl="0"/>
            <a:r>
              <a:rPr lang="fr-FR" dirty="0"/>
              <a:t>Stage M2 en Entreprise</a:t>
            </a:r>
          </a:p>
        </p:txBody>
      </p:sp>
      <p:sp>
        <p:nvSpPr>
          <p:cNvPr id="19" name="Espace réservé du numéro de diapositive 18">
            <a:extLst>
              <a:ext uri="{FF2B5EF4-FFF2-40B4-BE49-F238E27FC236}">
                <a16:creationId xmlns:a16="http://schemas.microsoft.com/office/drawing/2014/main" id="{908AAFE0-78EC-42BD-A61D-EA2275EADC40}"/>
              </a:ext>
            </a:extLst>
          </p:cNvPr>
          <p:cNvSpPr>
            <a:spLocks noGrp="1"/>
          </p:cNvSpPr>
          <p:nvPr>
            <p:ph type="sldNum" sz="quarter" idx="12"/>
          </p:nvPr>
        </p:nvSpPr>
        <p:spPr>
          <a:xfrm>
            <a:off x="11190806" y="6324600"/>
            <a:ext cx="799078" cy="365125"/>
          </a:xfrm>
        </p:spPr>
        <p:txBody>
          <a:bodyPr rtlCol="0"/>
          <a:lstStyle/>
          <a:p>
            <a:pPr rtl="0"/>
            <a:fld id="{11A71338-8BA2-4C79-A6C5-5A8E30081D0C}" type="slidenum">
              <a:rPr lang="fr-FR" smtClean="0"/>
              <a:pPr/>
              <a:t>2</a:t>
            </a:fld>
            <a:endParaRPr lang="fr-FR"/>
          </a:p>
        </p:txBody>
      </p:sp>
    </p:spTree>
    <p:extLst>
      <p:ext uri="{BB962C8B-B14F-4D97-AF65-F5344CB8AC3E}">
        <p14:creationId xmlns:p14="http://schemas.microsoft.com/office/powerpoint/2010/main" val="191244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0">
            <a:extLst>
              <a:ext uri="{FF2B5EF4-FFF2-40B4-BE49-F238E27FC236}">
                <a16:creationId xmlns:a16="http://schemas.microsoft.com/office/drawing/2014/main" id="{2C78657F-90AD-4505-B0A9-4FB8B5AE5AB1}"/>
              </a:ext>
            </a:extLst>
          </p:cNvPr>
          <p:cNvSpPr>
            <a:spLocks noGrp="1"/>
          </p:cNvSpPr>
          <p:nvPr>
            <p:ph type="title"/>
          </p:nvPr>
        </p:nvSpPr>
        <p:spPr>
          <a:xfrm>
            <a:off x="457200" y="725467"/>
            <a:ext cx="5410197" cy="1982171"/>
          </a:xfrm>
        </p:spPr>
        <p:txBody>
          <a:bodyPr rtlCol="0"/>
          <a:lstStyle/>
          <a:p>
            <a:pPr rtl="0"/>
            <a:r>
              <a:rPr lang="fr-FR" dirty="0"/>
              <a:t>Remerciement</a:t>
            </a:r>
          </a:p>
        </p:txBody>
      </p:sp>
      <p:sp>
        <p:nvSpPr>
          <p:cNvPr id="12" name="Espace réservé du contenu 11">
            <a:extLst>
              <a:ext uri="{FF2B5EF4-FFF2-40B4-BE49-F238E27FC236}">
                <a16:creationId xmlns:a16="http://schemas.microsoft.com/office/drawing/2014/main" id="{ECCFA51B-E7CF-4281-8CF6-3036F63B7B0A}"/>
              </a:ext>
            </a:extLst>
          </p:cNvPr>
          <p:cNvSpPr>
            <a:spLocks noGrp="1"/>
          </p:cNvSpPr>
          <p:nvPr>
            <p:ph sz="quarter" idx="15"/>
          </p:nvPr>
        </p:nvSpPr>
        <p:spPr>
          <a:xfrm>
            <a:off x="552476" y="1915446"/>
            <a:ext cx="11182324" cy="4217087"/>
          </a:xfrm>
        </p:spPr>
        <p:txBody>
          <a:bodyPr rtlCol="0">
            <a:noAutofit/>
          </a:bodyPr>
          <a:lstStyle/>
          <a:p>
            <a:r>
              <a:rPr lang="fr-FR" sz="2200" dirty="0"/>
              <a:t>• Je tiens à remercier Monsieur Stéphane SOITEL, Président de Chauffage Der Energies et tuteur de stage, pour son encadrement, ses remarques et son soutien tout au long du stage.</a:t>
            </a:r>
          </a:p>
          <a:p>
            <a:r>
              <a:rPr lang="fr-FR" sz="2200" dirty="0"/>
              <a:t>• Merci également à Monsieur Hacène Fouchal, Responsable de formation du Master Informatique, pour l’opportunité d’effectuer ce stage et d'y appliquer nos connaissances.</a:t>
            </a:r>
          </a:p>
          <a:p>
            <a:r>
              <a:rPr lang="fr-FR" sz="2200" dirty="0"/>
              <a:t>• Enfin, merci à l’ensemble de l’équipe de Chauffage Der Energies pour leur accueil chaleureux et l'environnement de travail propice à l'apprentissage</a:t>
            </a:r>
          </a:p>
        </p:txBody>
      </p:sp>
      <p:sp>
        <p:nvSpPr>
          <p:cNvPr id="14" name="Espace réservé de la date 13">
            <a:extLst>
              <a:ext uri="{FF2B5EF4-FFF2-40B4-BE49-F238E27FC236}">
                <a16:creationId xmlns:a16="http://schemas.microsoft.com/office/drawing/2014/main" id="{DF3231F7-2BDC-4AD4-8081-5E8C6FA0A14D}"/>
              </a:ext>
            </a:extLst>
          </p:cNvPr>
          <p:cNvSpPr>
            <a:spLocks noGrp="1"/>
          </p:cNvSpPr>
          <p:nvPr>
            <p:ph type="dt" sz="half" idx="10"/>
          </p:nvPr>
        </p:nvSpPr>
        <p:spPr>
          <a:xfrm>
            <a:off x="457200" y="6324600"/>
            <a:ext cx="2560220" cy="365125"/>
          </a:xfrm>
        </p:spPr>
        <p:txBody>
          <a:bodyPr rtlCol="0"/>
          <a:lstStyle/>
          <a:p>
            <a:r>
              <a:rPr lang="fr-FR" dirty="0"/>
              <a:t>Soitel Rémi</a:t>
            </a:r>
          </a:p>
        </p:txBody>
      </p:sp>
      <p:sp>
        <p:nvSpPr>
          <p:cNvPr id="15" name="Espace réservé du pied de page 14">
            <a:extLst>
              <a:ext uri="{FF2B5EF4-FFF2-40B4-BE49-F238E27FC236}">
                <a16:creationId xmlns:a16="http://schemas.microsoft.com/office/drawing/2014/main" id="{F19B9707-D455-4AD9-B022-CC066798E115}"/>
              </a:ext>
            </a:extLst>
          </p:cNvPr>
          <p:cNvSpPr>
            <a:spLocks noGrp="1"/>
          </p:cNvSpPr>
          <p:nvPr>
            <p:ph type="ftr" sz="quarter" idx="11"/>
          </p:nvPr>
        </p:nvSpPr>
        <p:spPr>
          <a:xfrm>
            <a:off x="4200861" y="6319838"/>
            <a:ext cx="3982781" cy="365125"/>
          </a:xfrm>
        </p:spPr>
        <p:txBody>
          <a:bodyPr rtlCol="0"/>
          <a:lstStyle/>
          <a:p>
            <a:r>
              <a:rPr lang="fr-FR" dirty="0"/>
              <a:t>Stage M2 en Entreprise</a:t>
            </a:r>
          </a:p>
        </p:txBody>
      </p:sp>
      <p:sp>
        <p:nvSpPr>
          <p:cNvPr id="16" name="Espace réservé du numéro de diapositive 15">
            <a:extLst>
              <a:ext uri="{FF2B5EF4-FFF2-40B4-BE49-F238E27FC236}">
                <a16:creationId xmlns:a16="http://schemas.microsoft.com/office/drawing/2014/main" id="{44B5FDB3-8D02-4902-BEC4-691A9ADD9662}"/>
              </a:ext>
            </a:extLst>
          </p:cNvPr>
          <p:cNvSpPr>
            <a:spLocks noGrp="1"/>
          </p:cNvSpPr>
          <p:nvPr>
            <p:ph type="sldNum" sz="quarter" idx="12"/>
          </p:nvPr>
        </p:nvSpPr>
        <p:spPr>
          <a:xfrm>
            <a:off x="11190806" y="6324600"/>
            <a:ext cx="799078" cy="365125"/>
          </a:xfrm>
        </p:spPr>
        <p:txBody>
          <a:bodyPr rtlCol="0"/>
          <a:lstStyle/>
          <a:p>
            <a:pPr rtl="0"/>
            <a:fld id="{11A71338-8BA2-4C79-A6C5-5A8E30081D0C}" type="slidenum">
              <a:rPr lang="fr-FR" smtClean="0"/>
              <a:pPr/>
              <a:t>3</a:t>
            </a:fld>
            <a:endParaRPr lang="fr-FR"/>
          </a:p>
        </p:txBody>
      </p:sp>
    </p:spTree>
    <p:extLst>
      <p:ext uri="{BB962C8B-B14F-4D97-AF65-F5344CB8AC3E}">
        <p14:creationId xmlns:p14="http://schemas.microsoft.com/office/powerpoint/2010/main" val="3465617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FA9D93A6-CA62-A686-1F5B-FB4203924745}"/>
              </a:ext>
            </a:extLst>
          </p:cNvPr>
          <p:cNvSpPr>
            <a:spLocks noGrp="1"/>
          </p:cNvSpPr>
          <p:nvPr>
            <p:ph type="ctrTitle"/>
          </p:nvPr>
        </p:nvSpPr>
        <p:spPr>
          <a:xfrm>
            <a:off x="-157316" y="-79855"/>
            <a:ext cx="12506632" cy="1603855"/>
          </a:xfrm>
          <a:solidFill>
            <a:schemeClr val="tx2">
              <a:lumMod val="50000"/>
              <a:lumOff val="50000"/>
              <a:alpha val="60000"/>
            </a:schemeClr>
          </a:solidFill>
        </p:spPr>
        <p:txBody>
          <a:bodyPr/>
          <a:lstStyle/>
          <a:p>
            <a:br>
              <a:rPr lang="fr-FR" dirty="0"/>
            </a:br>
            <a:endParaRPr lang="fr-FR" dirty="0"/>
          </a:p>
        </p:txBody>
      </p:sp>
      <p:sp>
        <p:nvSpPr>
          <p:cNvPr id="5" name="Espace réservé de la date 4">
            <a:extLst>
              <a:ext uri="{FF2B5EF4-FFF2-40B4-BE49-F238E27FC236}">
                <a16:creationId xmlns:a16="http://schemas.microsoft.com/office/drawing/2014/main" id="{C546EDE0-A867-88E5-1419-1F840F993C3B}"/>
              </a:ext>
            </a:extLst>
          </p:cNvPr>
          <p:cNvSpPr>
            <a:spLocks noGrp="1"/>
          </p:cNvSpPr>
          <p:nvPr>
            <p:ph type="dt" sz="half" idx="10"/>
          </p:nvPr>
        </p:nvSpPr>
        <p:spPr/>
        <p:txBody>
          <a:bodyPr/>
          <a:lstStyle/>
          <a:p>
            <a:r>
              <a:rPr lang="fr-FR" dirty="0"/>
              <a:t>Soitel Rémi</a:t>
            </a:r>
          </a:p>
        </p:txBody>
      </p:sp>
      <p:sp>
        <p:nvSpPr>
          <p:cNvPr id="6" name="Espace réservé du pied de page 5">
            <a:extLst>
              <a:ext uri="{FF2B5EF4-FFF2-40B4-BE49-F238E27FC236}">
                <a16:creationId xmlns:a16="http://schemas.microsoft.com/office/drawing/2014/main" id="{413EF020-6CAA-D592-E356-82979A3275DF}"/>
              </a:ext>
            </a:extLst>
          </p:cNvPr>
          <p:cNvSpPr>
            <a:spLocks noGrp="1"/>
          </p:cNvSpPr>
          <p:nvPr>
            <p:ph type="ftr" sz="quarter" idx="11"/>
          </p:nvPr>
        </p:nvSpPr>
        <p:spPr/>
        <p:txBody>
          <a:bodyPr/>
          <a:lstStyle/>
          <a:p>
            <a:r>
              <a:rPr lang="fr-FR" dirty="0"/>
              <a:t>Stage M2 en Entreprise</a:t>
            </a:r>
          </a:p>
        </p:txBody>
      </p:sp>
      <p:sp>
        <p:nvSpPr>
          <p:cNvPr id="7" name="Espace réservé du numéro de diapositive 6">
            <a:extLst>
              <a:ext uri="{FF2B5EF4-FFF2-40B4-BE49-F238E27FC236}">
                <a16:creationId xmlns:a16="http://schemas.microsoft.com/office/drawing/2014/main" id="{7F3A5A83-0996-7439-239D-4C65BBD5ADD0}"/>
              </a:ext>
            </a:extLst>
          </p:cNvPr>
          <p:cNvSpPr>
            <a:spLocks noGrp="1"/>
          </p:cNvSpPr>
          <p:nvPr>
            <p:ph type="sldNum" sz="quarter" idx="12"/>
          </p:nvPr>
        </p:nvSpPr>
        <p:spPr/>
        <p:txBody>
          <a:bodyPr/>
          <a:lstStyle/>
          <a:p>
            <a:pPr rtl="0"/>
            <a:fld id="{11A71338-8BA2-4C79-A6C5-5A8E30081D0C}" type="slidenum">
              <a:rPr lang="fr-FR" noProof="0" smtClean="0"/>
              <a:pPr rtl="0"/>
              <a:t>4</a:t>
            </a:fld>
            <a:endParaRPr lang="fr-FR" noProof="0"/>
          </a:p>
        </p:txBody>
      </p:sp>
      <p:sp>
        <p:nvSpPr>
          <p:cNvPr id="11" name="Espace réservé du contenu 11">
            <a:extLst>
              <a:ext uri="{FF2B5EF4-FFF2-40B4-BE49-F238E27FC236}">
                <a16:creationId xmlns:a16="http://schemas.microsoft.com/office/drawing/2014/main" id="{C93C8E4C-46D2-85D4-DF64-78E4BBB83696}"/>
              </a:ext>
            </a:extLst>
          </p:cNvPr>
          <p:cNvSpPr txBox="1">
            <a:spLocks/>
          </p:cNvSpPr>
          <p:nvPr/>
        </p:nvSpPr>
        <p:spPr>
          <a:xfrm>
            <a:off x="648727" y="358024"/>
            <a:ext cx="5543524"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bg1"/>
                </a:solidFill>
                <a:latin typeface="Posterama" panose="020B0504020200020000" pitchFamily="34" charset="0"/>
                <a:cs typeface="Posterama" panose="020B0504020200020000" pitchFamily="34" charset="0"/>
              </a:rPr>
              <a:t>Introduction</a:t>
            </a:r>
          </a:p>
        </p:txBody>
      </p:sp>
      <p:sp>
        <p:nvSpPr>
          <p:cNvPr id="2" name="Espace réservé du contenu 11">
            <a:extLst>
              <a:ext uri="{FF2B5EF4-FFF2-40B4-BE49-F238E27FC236}">
                <a16:creationId xmlns:a16="http://schemas.microsoft.com/office/drawing/2014/main" id="{6D542CC5-94E2-4C6E-6844-F6D63D7ED5E5}"/>
              </a:ext>
            </a:extLst>
          </p:cNvPr>
          <p:cNvSpPr txBox="1">
            <a:spLocks/>
          </p:cNvSpPr>
          <p:nvPr/>
        </p:nvSpPr>
        <p:spPr>
          <a:xfrm>
            <a:off x="552476" y="1915446"/>
            <a:ext cx="7382156" cy="4217087"/>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fr-FR" sz="2200" dirty="0">
                <a:solidFill>
                  <a:schemeClr val="tx1"/>
                </a:solidFill>
              </a:rPr>
              <a:t>• Dans le cadre de mes études, j’ai intégré l’entreprise Chauffage Der Energies pour un stage de 4 mois afin d’y appliquer mes connaissances.</a:t>
            </a:r>
          </a:p>
          <a:p>
            <a:pPr algn="just"/>
            <a:r>
              <a:rPr lang="fr-FR" sz="2200" dirty="0">
                <a:solidFill>
                  <a:schemeClr val="tx1"/>
                </a:solidFill>
              </a:rPr>
              <a:t>• L’entreprise est spécialisée dans l’installation de solution thermiques et climatiques dans lequel se présente un défi commercial :</a:t>
            </a:r>
          </a:p>
          <a:p>
            <a:pPr algn="just"/>
            <a:r>
              <a:rPr lang="fr-FR" sz="2000" i="1" dirty="0">
                <a:solidFill>
                  <a:schemeClr val="tx1"/>
                </a:solidFill>
              </a:rPr>
              <a:t>    • La projection du client de l’installation souhaiter.</a:t>
            </a:r>
          </a:p>
          <a:p>
            <a:pPr algn="just"/>
            <a:r>
              <a:rPr lang="fr-FR" sz="2200" dirty="0">
                <a:solidFill>
                  <a:schemeClr val="tx1"/>
                </a:solidFill>
              </a:rPr>
              <a:t>• Pour palier à ça, l’entreprise m’a offert comme mission de développer une application d’incrustation réaliste d’équipement thermique et climatique.</a:t>
            </a:r>
          </a:p>
        </p:txBody>
      </p:sp>
      <p:pic>
        <p:nvPicPr>
          <p:cNvPr id="4" name="Image 3" descr="Technicien - Icônes utilisateur gratuites">
            <a:extLst>
              <a:ext uri="{FF2B5EF4-FFF2-40B4-BE49-F238E27FC236}">
                <a16:creationId xmlns:a16="http://schemas.microsoft.com/office/drawing/2014/main" id="{EFC69CB3-F776-C828-E01C-88BDCD626869}"/>
              </a:ext>
            </a:extLst>
          </p:cNvPr>
          <p:cNvPicPr>
            <a:picLocks noChangeAspect="1"/>
          </p:cNvPicPr>
          <p:nvPr/>
        </p:nvPicPr>
        <p:blipFill>
          <a:blip r:embed="rId2"/>
          <a:stretch>
            <a:fillRect/>
          </a:stretch>
        </p:blipFill>
        <p:spPr>
          <a:xfrm>
            <a:off x="8296843" y="2368574"/>
            <a:ext cx="3106689" cy="3106689"/>
          </a:xfrm>
          <a:prstGeom prst="rect">
            <a:avLst/>
          </a:prstGeom>
        </p:spPr>
      </p:pic>
    </p:spTree>
    <p:extLst>
      <p:ext uri="{BB962C8B-B14F-4D97-AF65-F5344CB8AC3E}">
        <p14:creationId xmlns:p14="http://schemas.microsoft.com/office/powerpoint/2010/main" val="1458942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4A143-BA2D-2968-277C-5423CAFBFDBC}"/>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D3212272-284E-5ADA-0413-ECE4A9B88EE4}"/>
              </a:ext>
            </a:extLst>
          </p:cNvPr>
          <p:cNvSpPr>
            <a:spLocks noGrp="1"/>
          </p:cNvSpPr>
          <p:nvPr>
            <p:ph type="ctrTitle"/>
          </p:nvPr>
        </p:nvSpPr>
        <p:spPr>
          <a:xfrm>
            <a:off x="-157316" y="-79855"/>
            <a:ext cx="12506632" cy="1603855"/>
          </a:xfrm>
          <a:solidFill>
            <a:schemeClr val="tx2">
              <a:lumMod val="50000"/>
              <a:lumOff val="50000"/>
              <a:alpha val="60000"/>
            </a:schemeClr>
          </a:solidFill>
        </p:spPr>
        <p:txBody>
          <a:bodyPr/>
          <a:lstStyle/>
          <a:p>
            <a:br>
              <a:rPr lang="fr-FR" dirty="0"/>
            </a:br>
            <a:endParaRPr lang="fr-FR" dirty="0"/>
          </a:p>
        </p:txBody>
      </p:sp>
      <p:sp>
        <p:nvSpPr>
          <p:cNvPr id="5" name="Espace réservé de la date 4">
            <a:extLst>
              <a:ext uri="{FF2B5EF4-FFF2-40B4-BE49-F238E27FC236}">
                <a16:creationId xmlns:a16="http://schemas.microsoft.com/office/drawing/2014/main" id="{4A062817-3F50-E9C5-5BD4-4434CAABBD42}"/>
              </a:ext>
            </a:extLst>
          </p:cNvPr>
          <p:cNvSpPr>
            <a:spLocks noGrp="1"/>
          </p:cNvSpPr>
          <p:nvPr>
            <p:ph type="dt" sz="half" idx="10"/>
          </p:nvPr>
        </p:nvSpPr>
        <p:spPr/>
        <p:txBody>
          <a:bodyPr/>
          <a:lstStyle/>
          <a:p>
            <a:r>
              <a:rPr lang="fr-FR" dirty="0"/>
              <a:t>Soitel Rémi</a:t>
            </a:r>
          </a:p>
        </p:txBody>
      </p:sp>
      <p:sp>
        <p:nvSpPr>
          <p:cNvPr id="6" name="Espace réservé du pied de page 5">
            <a:extLst>
              <a:ext uri="{FF2B5EF4-FFF2-40B4-BE49-F238E27FC236}">
                <a16:creationId xmlns:a16="http://schemas.microsoft.com/office/drawing/2014/main" id="{1A09DABC-C9F2-41DA-CA13-9327D93C3EB3}"/>
              </a:ext>
            </a:extLst>
          </p:cNvPr>
          <p:cNvSpPr>
            <a:spLocks noGrp="1"/>
          </p:cNvSpPr>
          <p:nvPr>
            <p:ph type="ftr" sz="quarter" idx="11"/>
          </p:nvPr>
        </p:nvSpPr>
        <p:spPr/>
        <p:txBody>
          <a:bodyPr/>
          <a:lstStyle/>
          <a:p>
            <a:r>
              <a:rPr lang="fr-FR" dirty="0"/>
              <a:t>Stage M2 en Entreprise</a:t>
            </a:r>
          </a:p>
        </p:txBody>
      </p:sp>
      <p:sp>
        <p:nvSpPr>
          <p:cNvPr id="7" name="Espace réservé du numéro de diapositive 6">
            <a:extLst>
              <a:ext uri="{FF2B5EF4-FFF2-40B4-BE49-F238E27FC236}">
                <a16:creationId xmlns:a16="http://schemas.microsoft.com/office/drawing/2014/main" id="{F790CC12-BFBE-7B33-ED12-8FC4903250EE}"/>
              </a:ext>
            </a:extLst>
          </p:cNvPr>
          <p:cNvSpPr>
            <a:spLocks noGrp="1"/>
          </p:cNvSpPr>
          <p:nvPr>
            <p:ph type="sldNum" sz="quarter" idx="12"/>
          </p:nvPr>
        </p:nvSpPr>
        <p:spPr/>
        <p:txBody>
          <a:bodyPr/>
          <a:lstStyle/>
          <a:p>
            <a:pPr rtl="0"/>
            <a:fld id="{11A71338-8BA2-4C79-A6C5-5A8E30081D0C}" type="slidenum">
              <a:rPr lang="fr-FR" noProof="0" smtClean="0"/>
              <a:pPr rtl="0"/>
              <a:t>5</a:t>
            </a:fld>
            <a:endParaRPr lang="fr-FR" noProof="0"/>
          </a:p>
        </p:txBody>
      </p:sp>
      <p:sp>
        <p:nvSpPr>
          <p:cNvPr id="11" name="Espace réservé du contenu 11">
            <a:extLst>
              <a:ext uri="{FF2B5EF4-FFF2-40B4-BE49-F238E27FC236}">
                <a16:creationId xmlns:a16="http://schemas.microsoft.com/office/drawing/2014/main" id="{F638C9D2-6277-3C3E-DF29-23F74622AE93}"/>
              </a:ext>
            </a:extLst>
          </p:cNvPr>
          <p:cNvSpPr txBox="1">
            <a:spLocks/>
          </p:cNvSpPr>
          <p:nvPr/>
        </p:nvSpPr>
        <p:spPr>
          <a:xfrm>
            <a:off x="648726" y="358024"/>
            <a:ext cx="11341157"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bg1"/>
                </a:solidFill>
                <a:latin typeface="Posterama" panose="020B0504020200020000" pitchFamily="34" charset="0"/>
                <a:cs typeface="Posterama" panose="020B0504020200020000" pitchFamily="34" charset="0"/>
              </a:rPr>
              <a:t>Contexte et Problématique</a:t>
            </a:r>
          </a:p>
        </p:txBody>
      </p:sp>
      <p:sp>
        <p:nvSpPr>
          <p:cNvPr id="2" name="Espace réservé du contenu 11">
            <a:extLst>
              <a:ext uri="{FF2B5EF4-FFF2-40B4-BE49-F238E27FC236}">
                <a16:creationId xmlns:a16="http://schemas.microsoft.com/office/drawing/2014/main" id="{C29411BA-2143-2650-F5E0-5B6D42887C9E}"/>
              </a:ext>
            </a:extLst>
          </p:cNvPr>
          <p:cNvSpPr txBox="1">
            <a:spLocks/>
          </p:cNvSpPr>
          <p:nvPr/>
        </p:nvSpPr>
        <p:spPr>
          <a:xfrm>
            <a:off x="552476" y="1915446"/>
            <a:ext cx="11039756" cy="4217087"/>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fr-FR" sz="2200" dirty="0">
                <a:solidFill>
                  <a:schemeClr val="tx1"/>
                </a:solidFill>
              </a:rPr>
              <a:t>• L’entreprise travaille sur un marché concurrentiel où la technique ne suffit plus pour vendre :</a:t>
            </a:r>
          </a:p>
          <a:p>
            <a:pPr marL="0" indent="0" algn="just">
              <a:buNone/>
            </a:pPr>
            <a:r>
              <a:rPr lang="fr-FR" sz="2200" dirty="0">
                <a:solidFill>
                  <a:schemeClr val="tx1"/>
                </a:solidFill>
              </a:rPr>
              <a:t>    </a:t>
            </a:r>
            <a:r>
              <a:rPr lang="fr-FR" sz="2000" dirty="0">
                <a:solidFill>
                  <a:schemeClr val="tx1"/>
                </a:solidFill>
              </a:rPr>
              <a:t>• Les catalogues papiers et photos ne permettent pas la projection du client.</a:t>
            </a:r>
          </a:p>
          <a:p>
            <a:pPr marL="0" indent="0" algn="just">
              <a:buNone/>
            </a:pPr>
            <a:r>
              <a:rPr lang="fr-FR" sz="2000" dirty="0">
                <a:solidFill>
                  <a:schemeClr val="tx1"/>
                </a:solidFill>
              </a:rPr>
              <a:t>    • Il est difficile d’imaginer l’encombrement de l’appareil et le passage des tuyaux.</a:t>
            </a:r>
          </a:p>
          <a:p>
            <a:pPr marL="0" indent="0" algn="just">
              <a:buNone/>
            </a:pPr>
            <a:r>
              <a:rPr lang="fr-FR" sz="2000" dirty="0">
                <a:solidFill>
                  <a:schemeClr val="tx1"/>
                </a:solidFill>
              </a:rPr>
              <a:t>    • Le client peut avoir peur d’une « dégradation » esthétique.</a:t>
            </a:r>
          </a:p>
          <a:p>
            <a:pPr marL="0" indent="0" algn="just">
              <a:buNone/>
            </a:pPr>
            <a:r>
              <a:rPr lang="fr-FR" sz="2200" dirty="0">
                <a:solidFill>
                  <a:schemeClr val="tx1"/>
                </a:solidFill>
              </a:rPr>
              <a:t>• C’est pour palier à tout ça que l’idée d’une application qui simule la présence d’un équipement dans une pièce pourrait aider les clients à se rassurer. </a:t>
            </a:r>
          </a:p>
        </p:txBody>
      </p:sp>
    </p:spTree>
    <p:extLst>
      <p:ext uri="{BB962C8B-B14F-4D97-AF65-F5344CB8AC3E}">
        <p14:creationId xmlns:p14="http://schemas.microsoft.com/office/powerpoint/2010/main" val="1815961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DBEFF-6F29-EE9F-C16F-BBFB94F851F5}"/>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3F06AE1F-7A81-A002-498C-1B0755276F48}"/>
              </a:ext>
            </a:extLst>
          </p:cNvPr>
          <p:cNvSpPr>
            <a:spLocks noGrp="1"/>
          </p:cNvSpPr>
          <p:nvPr>
            <p:ph type="ctrTitle"/>
          </p:nvPr>
        </p:nvSpPr>
        <p:spPr>
          <a:xfrm>
            <a:off x="-157316" y="-79855"/>
            <a:ext cx="12506632" cy="1603855"/>
          </a:xfrm>
          <a:solidFill>
            <a:schemeClr val="tx2">
              <a:lumMod val="50000"/>
              <a:lumOff val="50000"/>
              <a:alpha val="60000"/>
            </a:schemeClr>
          </a:solidFill>
        </p:spPr>
        <p:txBody>
          <a:bodyPr/>
          <a:lstStyle/>
          <a:p>
            <a:br>
              <a:rPr lang="fr-FR" dirty="0"/>
            </a:br>
            <a:endParaRPr lang="fr-FR" dirty="0"/>
          </a:p>
        </p:txBody>
      </p:sp>
      <p:sp>
        <p:nvSpPr>
          <p:cNvPr id="5" name="Espace réservé de la date 4">
            <a:extLst>
              <a:ext uri="{FF2B5EF4-FFF2-40B4-BE49-F238E27FC236}">
                <a16:creationId xmlns:a16="http://schemas.microsoft.com/office/drawing/2014/main" id="{C518EB8B-7A29-B708-C344-7BD307421FEB}"/>
              </a:ext>
            </a:extLst>
          </p:cNvPr>
          <p:cNvSpPr>
            <a:spLocks noGrp="1"/>
          </p:cNvSpPr>
          <p:nvPr>
            <p:ph type="dt" sz="half" idx="10"/>
          </p:nvPr>
        </p:nvSpPr>
        <p:spPr/>
        <p:txBody>
          <a:bodyPr/>
          <a:lstStyle/>
          <a:p>
            <a:r>
              <a:rPr lang="fr-FR" dirty="0"/>
              <a:t>Soitel Rémi</a:t>
            </a:r>
          </a:p>
        </p:txBody>
      </p:sp>
      <p:sp>
        <p:nvSpPr>
          <p:cNvPr id="6" name="Espace réservé du pied de page 5">
            <a:extLst>
              <a:ext uri="{FF2B5EF4-FFF2-40B4-BE49-F238E27FC236}">
                <a16:creationId xmlns:a16="http://schemas.microsoft.com/office/drawing/2014/main" id="{0572160E-2158-3A5B-110A-5AC24CB1C4DC}"/>
              </a:ext>
            </a:extLst>
          </p:cNvPr>
          <p:cNvSpPr>
            <a:spLocks noGrp="1"/>
          </p:cNvSpPr>
          <p:nvPr>
            <p:ph type="ftr" sz="quarter" idx="11"/>
          </p:nvPr>
        </p:nvSpPr>
        <p:spPr/>
        <p:txBody>
          <a:bodyPr/>
          <a:lstStyle/>
          <a:p>
            <a:r>
              <a:rPr lang="fr-FR" dirty="0"/>
              <a:t>Stage M2 en Entreprise</a:t>
            </a:r>
          </a:p>
        </p:txBody>
      </p:sp>
      <p:sp>
        <p:nvSpPr>
          <p:cNvPr id="7" name="Espace réservé du numéro de diapositive 6">
            <a:extLst>
              <a:ext uri="{FF2B5EF4-FFF2-40B4-BE49-F238E27FC236}">
                <a16:creationId xmlns:a16="http://schemas.microsoft.com/office/drawing/2014/main" id="{D06B650C-6A1F-AC43-773B-975232DDCC79}"/>
              </a:ext>
            </a:extLst>
          </p:cNvPr>
          <p:cNvSpPr>
            <a:spLocks noGrp="1"/>
          </p:cNvSpPr>
          <p:nvPr>
            <p:ph type="sldNum" sz="quarter" idx="12"/>
          </p:nvPr>
        </p:nvSpPr>
        <p:spPr/>
        <p:txBody>
          <a:bodyPr/>
          <a:lstStyle/>
          <a:p>
            <a:pPr rtl="0"/>
            <a:fld id="{11A71338-8BA2-4C79-A6C5-5A8E30081D0C}" type="slidenum">
              <a:rPr lang="fr-FR" noProof="0" smtClean="0"/>
              <a:pPr rtl="0"/>
              <a:t>6</a:t>
            </a:fld>
            <a:endParaRPr lang="fr-FR" noProof="0"/>
          </a:p>
        </p:txBody>
      </p:sp>
      <p:sp>
        <p:nvSpPr>
          <p:cNvPr id="11" name="Espace réservé du contenu 11">
            <a:extLst>
              <a:ext uri="{FF2B5EF4-FFF2-40B4-BE49-F238E27FC236}">
                <a16:creationId xmlns:a16="http://schemas.microsoft.com/office/drawing/2014/main" id="{8766C88C-6F42-8F50-64DA-D34325A8EA12}"/>
              </a:ext>
            </a:extLst>
          </p:cNvPr>
          <p:cNvSpPr txBox="1">
            <a:spLocks/>
          </p:cNvSpPr>
          <p:nvPr/>
        </p:nvSpPr>
        <p:spPr>
          <a:xfrm>
            <a:off x="648726" y="358024"/>
            <a:ext cx="11341157"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bg1"/>
                </a:solidFill>
                <a:latin typeface="Posterama" panose="020B0504020200020000" pitchFamily="34" charset="0"/>
                <a:cs typeface="Posterama" panose="020B0504020200020000" pitchFamily="34" charset="0"/>
              </a:rPr>
              <a:t>Objectif et Contrainte du Projet</a:t>
            </a:r>
          </a:p>
        </p:txBody>
      </p:sp>
      <p:sp>
        <p:nvSpPr>
          <p:cNvPr id="2" name="Espace réservé du contenu 11">
            <a:extLst>
              <a:ext uri="{FF2B5EF4-FFF2-40B4-BE49-F238E27FC236}">
                <a16:creationId xmlns:a16="http://schemas.microsoft.com/office/drawing/2014/main" id="{952CF473-307F-45A0-7A81-62E90EC98CF8}"/>
              </a:ext>
            </a:extLst>
          </p:cNvPr>
          <p:cNvSpPr txBox="1">
            <a:spLocks/>
          </p:cNvSpPr>
          <p:nvPr/>
        </p:nvSpPr>
        <p:spPr>
          <a:xfrm>
            <a:off x="552476" y="1664871"/>
            <a:ext cx="10638330" cy="4654967"/>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200" dirty="0">
                <a:solidFill>
                  <a:schemeClr val="tx1"/>
                </a:solidFill>
              </a:rPr>
              <a:t>• Pour que l’application se construise, on s’est fixer plusieurs objectifs :</a:t>
            </a:r>
          </a:p>
          <a:p>
            <a:pPr marL="0" indent="0">
              <a:buNone/>
            </a:pPr>
            <a:r>
              <a:rPr lang="fr-FR" sz="2000" dirty="0">
                <a:solidFill>
                  <a:schemeClr val="tx1"/>
                </a:solidFill>
              </a:rPr>
              <a:t>    • Assurer un photoréalisme au top avec un respect :</a:t>
            </a:r>
          </a:p>
          <a:p>
            <a:pPr marL="0" indent="0">
              <a:buNone/>
            </a:pPr>
            <a:r>
              <a:rPr lang="fr-FR" sz="1800" dirty="0">
                <a:solidFill>
                  <a:schemeClr val="tx1"/>
                </a:solidFill>
              </a:rPr>
              <a:t>        • De la perspective</a:t>
            </a:r>
          </a:p>
          <a:p>
            <a:pPr marL="0" indent="0">
              <a:buNone/>
            </a:pPr>
            <a:r>
              <a:rPr lang="fr-FR" sz="1800" dirty="0">
                <a:solidFill>
                  <a:schemeClr val="tx1"/>
                </a:solidFill>
              </a:rPr>
              <a:t>        • Des ombres sur l’équipement et de la pièce</a:t>
            </a:r>
          </a:p>
          <a:p>
            <a:pPr marL="0" indent="0">
              <a:buNone/>
            </a:pPr>
            <a:r>
              <a:rPr lang="fr-FR" sz="1800" dirty="0">
                <a:solidFill>
                  <a:schemeClr val="tx1"/>
                </a:solidFill>
              </a:rPr>
              <a:t>        • De l’échelle réelle de l’équipement</a:t>
            </a:r>
          </a:p>
          <a:p>
            <a:pPr marL="0" indent="0">
              <a:buNone/>
            </a:pPr>
            <a:r>
              <a:rPr lang="fr-FR" sz="1800" dirty="0">
                <a:solidFill>
                  <a:schemeClr val="tx1"/>
                </a:solidFill>
              </a:rPr>
              <a:t>        • De la colorimétrie de la pièce</a:t>
            </a:r>
          </a:p>
          <a:p>
            <a:pPr marL="0" indent="0">
              <a:buNone/>
            </a:pPr>
            <a:r>
              <a:rPr lang="fr-FR" sz="2000" dirty="0">
                <a:solidFill>
                  <a:schemeClr val="tx1"/>
                </a:solidFill>
              </a:rPr>
              <a:t>    • Suivre des contraintes techniques :</a:t>
            </a:r>
          </a:p>
          <a:p>
            <a:pPr marL="0" indent="0">
              <a:buNone/>
            </a:pPr>
            <a:r>
              <a:rPr lang="fr-FR" sz="1800" dirty="0">
                <a:solidFill>
                  <a:schemeClr val="tx1"/>
                </a:solidFill>
              </a:rPr>
              <a:t>        • L’application doit tourner en local</a:t>
            </a:r>
          </a:p>
          <a:p>
            <a:pPr marL="0" indent="0">
              <a:buNone/>
            </a:pPr>
            <a:r>
              <a:rPr lang="fr-FR" sz="1800" dirty="0">
                <a:solidFill>
                  <a:schemeClr val="tx1"/>
                </a:solidFill>
              </a:rPr>
              <a:t>        • Doit faire les traitements rapidement</a:t>
            </a:r>
          </a:p>
        </p:txBody>
      </p:sp>
      <p:pic>
        <p:nvPicPr>
          <p:cNvPr id="4" name="Image 3" descr="Objectif - Icônes entreprise gratuites">
            <a:extLst>
              <a:ext uri="{FF2B5EF4-FFF2-40B4-BE49-F238E27FC236}">
                <a16:creationId xmlns:a16="http://schemas.microsoft.com/office/drawing/2014/main" id="{5BA803A4-C83C-50B2-8B46-7046429E4E49}"/>
              </a:ext>
            </a:extLst>
          </p:cNvPr>
          <p:cNvPicPr>
            <a:picLocks noChangeAspect="1"/>
          </p:cNvPicPr>
          <p:nvPr/>
        </p:nvPicPr>
        <p:blipFill>
          <a:blip r:embed="rId2"/>
          <a:stretch>
            <a:fillRect/>
          </a:stretch>
        </p:blipFill>
        <p:spPr>
          <a:xfrm>
            <a:off x="7414879" y="2110793"/>
            <a:ext cx="3775927" cy="3775927"/>
          </a:xfrm>
          <a:prstGeom prst="rect">
            <a:avLst/>
          </a:prstGeom>
        </p:spPr>
      </p:pic>
    </p:spTree>
    <p:extLst>
      <p:ext uri="{BB962C8B-B14F-4D97-AF65-F5344CB8AC3E}">
        <p14:creationId xmlns:p14="http://schemas.microsoft.com/office/powerpoint/2010/main" val="2334937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E9488-F85C-6DBD-B732-E71215336421}"/>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10EA4CC8-51D2-96A2-F168-905B1BBF08BB}"/>
              </a:ext>
            </a:extLst>
          </p:cNvPr>
          <p:cNvSpPr>
            <a:spLocks noGrp="1"/>
          </p:cNvSpPr>
          <p:nvPr>
            <p:ph type="ctrTitle"/>
          </p:nvPr>
        </p:nvSpPr>
        <p:spPr>
          <a:xfrm>
            <a:off x="-157316" y="-79855"/>
            <a:ext cx="12506632" cy="1603855"/>
          </a:xfrm>
          <a:solidFill>
            <a:schemeClr val="tx2">
              <a:lumMod val="50000"/>
              <a:lumOff val="50000"/>
              <a:alpha val="60000"/>
            </a:schemeClr>
          </a:solidFill>
        </p:spPr>
        <p:txBody>
          <a:bodyPr/>
          <a:lstStyle/>
          <a:p>
            <a:br>
              <a:rPr lang="fr-FR" dirty="0"/>
            </a:br>
            <a:endParaRPr lang="fr-FR" dirty="0"/>
          </a:p>
        </p:txBody>
      </p:sp>
      <p:sp>
        <p:nvSpPr>
          <p:cNvPr id="5" name="Espace réservé de la date 4">
            <a:extLst>
              <a:ext uri="{FF2B5EF4-FFF2-40B4-BE49-F238E27FC236}">
                <a16:creationId xmlns:a16="http://schemas.microsoft.com/office/drawing/2014/main" id="{D246D35A-00BA-1B96-2E42-8B2E18249DA9}"/>
              </a:ext>
            </a:extLst>
          </p:cNvPr>
          <p:cNvSpPr>
            <a:spLocks noGrp="1"/>
          </p:cNvSpPr>
          <p:nvPr>
            <p:ph type="dt" sz="half" idx="10"/>
          </p:nvPr>
        </p:nvSpPr>
        <p:spPr/>
        <p:txBody>
          <a:bodyPr/>
          <a:lstStyle/>
          <a:p>
            <a:r>
              <a:rPr lang="fr-FR" dirty="0"/>
              <a:t>Soitel Rémi</a:t>
            </a:r>
          </a:p>
        </p:txBody>
      </p:sp>
      <p:sp>
        <p:nvSpPr>
          <p:cNvPr id="6" name="Espace réservé du pied de page 5">
            <a:extLst>
              <a:ext uri="{FF2B5EF4-FFF2-40B4-BE49-F238E27FC236}">
                <a16:creationId xmlns:a16="http://schemas.microsoft.com/office/drawing/2014/main" id="{21B21C70-2D65-F07A-CFD3-BF01F76A3A15}"/>
              </a:ext>
            </a:extLst>
          </p:cNvPr>
          <p:cNvSpPr>
            <a:spLocks noGrp="1"/>
          </p:cNvSpPr>
          <p:nvPr>
            <p:ph type="ftr" sz="quarter" idx="11"/>
          </p:nvPr>
        </p:nvSpPr>
        <p:spPr/>
        <p:txBody>
          <a:bodyPr/>
          <a:lstStyle/>
          <a:p>
            <a:r>
              <a:rPr lang="fr-FR" dirty="0"/>
              <a:t>Stage M2 en Entreprise</a:t>
            </a:r>
          </a:p>
        </p:txBody>
      </p:sp>
      <p:sp>
        <p:nvSpPr>
          <p:cNvPr id="7" name="Espace réservé du numéro de diapositive 6">
            <a:extLst>
              <a:ext uri="{FF2B5EF4-FFF2-40B4-BE49-F238E27FC236}">
                <a16:creationId xmlns:a16="http://schemas.microsoft.com/office/drawing/2014/main" id="{F09FF4FE-0685-7B68-CE3E-5AA64F3F1B81}"/>
              </a:ext>
            </a:extLst>
          </p:cNvPr>
          <p:cNvSpPr>
            <a:spLocks noGrp="1"/>
          </p:cNvSpPr>
          <p:nvPr>
            <p:ph type="sldNum" sz="quarter" idx="12"/>
          </p:nvPr>
        </p:nvSpPr>
        <p:spPr/>
        <p:txBody>
          <a:bodyPr/>
          <a:lstStyle/>
          <a:p>
            <a:pPr rtl="0"/>
            <a:fld id="{11A71338-8BA2-4C79-A6C5-5A8E30081D0C}" type="slidenum">
              <a:rPr lang="fr-FR" noProof="0" smtClean="0"/>
              <a:pPr rtl="0"/>
              <a:t>7</a:t>
            </a:fld>
            <a:endParaRPr lang="fr-FR" noProof="0"/>
          </a:p>
        </p:txBody>
      </p:sp>
      <p:sp>
        <p:nvSpPr>
          <p:cNvPr id="11" name="Espace réservé du contenu 11">
            <a:extLst>
              <a:ext uri="{FF2B5EF4-FFF2-40B4-BE49-F238E27FC236}">
                <a16:creationId xmlns:a16="http://schemas.microsoft.com/office/drawing/2014/main" id="{F275F1DA-7BCA-E0CA-6E0F-2CF44288B4CF}"/>
              </a:ext>
            </a:extLst>
          </p:cNvPr>
          <p:cNvSpPr txBox="1">
            <a:spLocks/>
          </p:cNvSpPr>
          <p:nvPr/>
        </p:nvSpPr>
        <p:spPr>
          <a:xfrm>
            <a:off x="648726" y="358024"/>
            <a:ext cx="11341157"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bg1"/>
                </a:solidFill>
                <a:latin typeface="Posterama" panose="020B0504020200020000" pitchFamily="34" charset="0"/>
                <a:cs typeface="Posterama" panose="020B0504020200020000" pitchFamily="34" charset="0"/>
              </a:rPr>
              <a:t>Etude et Choix - Autocollant</a:t>
            </a:r>
          </a:p>
        </p:txBody>
      </p:sp>
      <p:sp>
        <p:nvSpPr>
          <p:cNvPr id="2" name="Espace réservé du contenu 11">
            <a:extLst>
              <a:ext uri="{FF2B5EF4-FFF2-40B4-BE49-F238E27FC236}">
                <a16:creationId xmlns:a16="http://schemas.microsoft.com/office/drawing/2014/main" id="{3A5881E4-1BD4-2F47-B5A5-9C08CA89AD69}"/>
              </a:ext>
            </a:extLst>
          </p:cNvPr>
          <p:cNvSpPr txBox="1">
            <a:spLocks/>
          </p:cNvSpPr>
          <p:nvPr/>
        </p:nvSpPr>
        <p:spPr>
          <a:xfrm>
            <a:off x="552477" y="1664871"/>
            <a:ext cx="6251446" cy="4654967"/>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fr-FR" sz="2200" dirty="0">
                <a:solidFill>
                  <a:schemeClr val="tx1"/>
                </a:solidFill>
              </a:rPr>
              <a:t>• Pour avoir une échelle réelle, il nous fallait un repère absolu dans l'espace. </a:t>
            </a:r>
          </a:p>
          <a:p>
            <a:pPr marL="0" indent="0" algn="just">
              <a:buNone/>
            </a:pPr>
            <a:r>
              <a:rPr lang="fr-FR" sz="2200" dirty="0">
                <a:solidFill>
                  <a:schemeClr val="tx1"/>
                </a:solidFill>
              </a:rPr>
              <a:t>• On a choisi d’utiliser un autocollant vert de 10cm par 5cm :</a:t>
            </a:r>
          </a:p>
          <a:p>
            <a:pPr marL="0" indent="0" algn="just">
              <a:buNone/>
            </a:pPr>
            <a:r>
              <a:rPr lang="fr-FR" sz="2000" dirty="0">
                <a:solidFill>
                  <a:schemeClr val="tx1"/>
                </a:solidFill>
              </a:rPr>
              <a:t>    • Contraste avec la majorité des couleurs de murs                             (peinture, brique, crépi).</a:t>
            </a:r>
          </a:p>
          <a:p>
            <a:pPr marL="0" indent="0" algn="just">
              <a:buNone/>
            </a:pPr>
            <a:r>
              <a:rPr lang="fr-FR" sz="2000" dirty="0">
                <a:solidFill>
                  <a:schemeClr val="tx1"/>
                </a:solidFill>
              </a:rPr>
              <a:t>    • Très visible pour les capteurs photo et pour la reconnaissance par IA.</a:t>
            </a:r>
          </a:p>
          <a:p>
            <a:pPr marL="0" indent="0" algn="just">
              <a:buNone/>
            </a:pPr>
            <a:r>
              <a:rPr lang="fr-FR" sz="2200" dirty="0">
                <a:solidFill>
                  <a:schemeClr val="tx1"/>
                </a:solidFill>
              </a:rPr>
              <a:t>    </a:t>
            </a:r>
            <a:r>
              <a:rPr lang="fr-FR" sz="2000" dirty="0">
                <a:solidFill>
                  <a:schemeClr val="tx1"/>
                </a:solidFill>
              </a:rPr>
              <a:t>• Sert d'ancrage absolu pour calculer la taille réelle des équipements en pixels.</a:t>
            </a:r>
          </a:p>
        </p:txBody>
      </p:sp>
      <p:pic>
        <p:nvPicPr>
          <p:cNvPr id="16" name="Image 15">
            <a:extLst>
              <a:ext uri="{FF2B5EF4-FFF2-40B4-BE49-F238E27FC236}">
                <a16:creationId xmlns:a16="http://schemas.microsoft.com/office/drawing/2014/main" id="{C37B26BB-1354-D18D-51C6-074E6D99AADE}"/>
              </a:ext>
            </a:extLst>
          </p:cNvPr>
          <p:cNvPicPr>
            <a:picLocks noChangeAspect="1"/>
          </p:cNvPicPr>
          <p:nvPr/>
        </p:nvPicPr>
        <p:blipFill>
          <a:blip r:embed="rId2"/>
          <a:stretch>
            <a:fillRect/>
          </a:stretch>
        </p:blipFill>
        <p:spPr>
          <a:xfrm>
            <a:off x="7066101" y="1660109"/>
            <a:ext cx="4816257" cy="4496190"/>
          </a:xfrm>
          <a:prstGeom prst="rect">
            <a:avLst/>
          </a:prstGeom>
        </p:spPr>
      </p:pic>
    </p:spTree>
    <p:extLst>
      <p:ext uri="{BB962C8B-B14F-4D97-AF65-F5344CB8AC3E}">
        <p14:creationId xmlns:p14="http://schemas.microsoft.com/office/powerpoint/2010/main" val="4064174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41F5-AE50-4F7D-745D-69E537387BF8}"/>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4F210BC0-312C-DDCF-44A8-63569B7F3461}"/>
              </a:ext>
            </a:extLst>
          </p:cNvPr>
          <p:cNvSpPr>
            <a:spLocks noGrp="1"/>
          </p:cNvSpPr>
          <p:nvPr>
            <p:ph type="ctrTitle"/>
          </p:nvPr>
        </p:nvSpPr>
        <p:spPr>
          <a:xfrm>
            <a:off x="-157316" y="-79855"/>
            <a:ext cx="12506632" cy="1603855"/>
          </a:xfrm>
          <a:solidFill>
            <a:schemeClr val="tx2">
              <a:lumMod val="50000"/>
              <a:lumOff val="50000"/>
              <a:alpha val="60000"/>
            </a:schemeClr>
          </a:solidFill>
        </p:spPr>
        <p:txBody>
          <a:bodyPr/>
          <a:lstStyle/>
          <a:p>
            <a:br>
              <a:rPr lang="fr-FR" dirty="0"/>
            </a:br>
            <a:endParaRPr lang="fr-FR" dirty="0"/>
          </a:p>
        </p:txBody>
      </p:sp>
      <p:sp>
        <p:nvSpPr>
          <p:cNvPr id="5" name="Espace réservé de la date 4">
            <a:extLst>
              <a:ext uri="{FF2B5EF4-FFF2-40B4-BE49-F238E27FC236}">
                <a16:creationId xmlns:a16="http://schemas.microsoft.com/office/drawing/2014/main" id="{2077929F-CDED-4DE8-D661-A35137958279}"/>
              </a:ext>
            </a:extLst>
          </p:cNvPr>
          <p:cNvSpPr>
            <a:spLocks noGrp="1"/>
          </p:cNvSpPr>
          <p:nvPr>
            <p:ph type="dt" sz="half" idx="10"/>
          </p:nvPr>
        </p:nvSpPr>
        <p:spPr/>
        <p:txBody>
          <a:bodyPr/>
          <a:lstStyle/>
          <a:p>
            <a:r>
              <a:rPr lang="fr-FR" dirty="0"/>
              <a:t>Soitel Rémi</a:t>
            </a:r>
          </a:p>
        </p:txBody>
      </p:sp>
      <p:sp>
        <p:nvSpPr>
          <p:cNvPr id="6" name="Espace réservé du pied de page 5">
            <a:extLst>
              <a:ext uri="{FF2B5EF4-FFF2-40B4-BE49-F238E27FC236}">
                <a16:creationId xmlns:a16="http://schemas.microsoft.com/office/drawing/2014/main" id="{A249183E-196D-404C-D0AB-32BB7003F232}"/>
              </a:ext>
            </a:extLst>
          </p:cNvPr>
          <p:cNvSpPr>
            <a:spLocks noGrp="1"/>
          </p:cNvSpPr>
          <p:nvPr>
            <p:ph type="ftr" sz="quarter" idx="11"/>
          </p:nvPr>
        </p:nvSpPr>
        <p:spPr/>
        <p:txBody>
          <a:bodyPr/>
          <a:lstStyle/>
          <a:p>
            <a:r>
              <a:rPr lang="fr-FR" dirty="0"/>
              <a:t>Stage M2 en Entreprise</a:t>
            </a:r>
          </a:p>
        </p:txBody>
      </p:sp>
      <p:sp>
        <p:nvSpPr>
          <p:cNvPr id="7" name="Espace réservé du numéro de diapositive 6">
            <a:extLst>
              <a:ext uri="{FF2B5EF4-FFF2-40B4-BE49-F238E27FC236}">
                <a16:creationId xmlns:a16="http://schemas.microsoft.com/office/drawing/2014/main" id="{A7C1B9F4-03D3-6170-CF26-FCDD82AC06A0}"/>
              </a:ext>
            </a:extLst>
          </p:cNvPr>
          <p:cNvSpPr>
            <a:spLocks noGrp="1"/>
          </p:cNvSpPr>
          <p:nvPr>
            <p:ph type="sldNum" sz="quarter" idx="12"/>
          </p:nvPr>
        </p:nvSpPr>
        <p:spPr/>
        <p:txBody>
          <a:bodyPr/>
          <a:lstStyle/>
          <a:p>
            <a:pPr rtl="0"/>
            <a:fld id="{11A71338-8BA2-4C79-A6C5-5A8E30081D0C}" type="slidenum">
              <a:rPr lang="fr-FR" noProof="0" smtClean="0"/>
              <a:pPr rtl="0"/>
              <a:t>8</a:t>
            </a:fld>
            <a:endParaRPr lang="fr-FR" noProof="0"/>
          </a:p>
        </p:txBody>
      </p:sp>
      <p:sp>
        <p:nvSpPr>
          <p:cNvPr id="11" name="Espace réservé du contenu 11">
            <a:extLst>
              <a:ext uri="{FF2B5EF4-FFF2-40B4-BE49-F238E27FC236}">
                <a16:creationId xmlns:a16="http://schemas.microsoft.com/office/drawing/2014/main" id="{1DCAC79B-D5F0-23BB-9B5B-72329040FC18}"/>
              </a:ext>
            </a:extLst>
          </p:cNvPr>
          <p:cNvSpPr txBox="1">
            <a:spLocks/>
          </p:cNvSpPr>
          <p:nvPr/>
        </p:nvSpPr>
        <p:spPr>
          <a:xfrm>
            <a:off x="648726" y="358024"/>
            <a:ext cx="11341157"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bg1"/>
                </a:solidFill>
                <a:latin typeface="Posterama" panose="020B0504020200020000" pitchFamily="34" charset="0"/>
                <a:cs typeface="Posterama" panose="020B0504020200020000" pitchFamily="34" charset="0"/>
              </a:rPr>
              <a:t>Etude et Choix - Intelligence Artificielle</a:t>
            </a:r>
          </a:p>
        </p:txBody>
      </p:sp>
      <p:sp>
        <p:nvSpPr>
          <p:cNvPr id="2" name="Espace réservé du contenu 11">
            <a:extLst>
              <a:ext uri="{FF2B5EF4-FFF2-40B4-BE49-F238E27FC236}">
                <a16:creationId xmlns:a16="http://schemas.microsoft.com/office/drawing/2014/main" id="{A6D4549E-B12C-2EAA-BF73-8A1C988AF36C}"/>
              </a:ext>
            </a:extLst>
          </p:cNvPr>
          <p:cNvSpPr txBox="1">
            <a:spLocks/>
          </p:cNvSpPr>
          <p:nvPr/>
        </p:nvSpPr>
        <p:spPr>
          <a:xfrm>
            <a:off x="552476" y="2288231"/>
            <a:ext cx="5926982" cy="3182432"/>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fr-FR" sz="2200" dirty="0">
                <a:solidFill>
                  <a:schemeClr val="tx1"/>
                </a:solidFill>
              </a:rPr>
              <a:t>• Reconnaissance de l'autocollant par IA : </a:t>
            </a:r>
          </a:p>
          <a:p>
            <a:pPr marL="0" indent="0" algn="just">
              <a:buNone/>
            </a:pPr>
            <a:r>
              <a:rPr lang="fr-FR" sz="2000" dirty="0">
                <a:solidFill>
                  <a:schemeClr val="tx1"/>
                </a:solidFill>
              </a:rPr>
              <a:t>    • Utilisation d'un modèle </a:t>
            </a:r>
            <a:r>
              <a:rPr lang="fr-FR" sz="2000" b="1" dirty="0">
                <a:solidFill>
                  <a:schemeClr val="tx1"/>
                </a:solidFill>
              </a:rPr>
              <a:t>YOLOv8</a:t>
            </a:r>
            <a:r>
              <a:rPr lang="fr-FR" sz="2000" dirty="0">
                <a:solidFill>
                  <a:schemeClr val="tx1"/>
                </a:solidFill>
              </a:rPr>
              <a:t> (En version « Small ») qui est le compromis entre une détection précise et exécution rapide en local sans saturer la RAM.</a:t>
            </a:r>
          </a:p>
          <a:p>
            <a:pPr marL="0" indent="0" algn="just">
              <a:buNone/>
            </a:pPr>
            <a:r>
              <a:rPr lang="fr-FR" sz="2000" dirty="0">
                <a:solidFill>
                  <a:schemeClr val="tx1"/>
                </a:solidFill>
              </a:rPr>
              <a:t>    • Entièrement entraîné sur notre propre jeu de données que nous constitueront et qui seront annotées sur le site </a:t>
            </a:r>
            <a:r>
              <a:rPr lang="fr-FR" sz="2000" b="1" dirty="0">
                <a:solidFill>
                  <a:schemeClr val="tx1"/>
                </a:solidFill>
              </a:rPr>
              <a:t>Roboflow</a:t>
            </a:r>
            <a:r>
              <a:rPr lang="fr-FR" sz="2000" dirty="0">
                <a:solidFill>
                  <a:schemeClr val="tx1"/>
                </a:solidFill>
              </a:rPr>
              <a:t>.</a:t>
            </a:r>
          </a:p>
        </p:txBody>
      </p:sp>
      <p:pic>
        <p:nvPicPr>
          <p:cNvPr id="9" name="Image 8" descr="YOLO Object Detection with OpenCV and Python | by Arun Ponnusamy | TDS  Archive | Medium">
            <a:extLst>
              <a:ext uri="{FF2B5EF4-FFF2-40B4-BE49-F238E27FC236}">
                <a16:creationId xmlns:a16="http://schemas.microsoft.com/office/drawing/2014/main" id="{DD6E6856-1718-1C69-1D15-3F4A4DC3DD62}"/>
              </a:ext>
            </a:extLst>
          </p:cNvPr>
          <p:cNvPicPr>
            <a:picLocks noChangeAspect="1"/>
          </p:cNvPicPr>
          <p:nvPr/>
        </p:nvPicPr>
        <p:blipFill>
          <a:blip r:embed="rId2"/>
          <a:stretch>
            <a:fillRect/>
          </a:stretch>
        </p:blipFill>
        <p:spPr>
          <a:xfrm>
            <a:off x="6843252" y="1579927"/>
            <a:ext cx="4599040" cy="4599040"/>
          </a:xfrm>
          <a:prstGeom prst="rect">
            <a:avLst/>
          </a:prstGeom>
        </p:spPr>
      </p:pic>
    </p:spTree>
    <p:extLst>
      <p:ext uri="{BB962C8B-B14F-4D97-AF65-F5344CB8AC3E}">
        <p14:creationId xmlns:p14="http://schemas.microsoft.com/office/powerpoint/2010/main" val="1339798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F7F6D-C143-252B-C512-0577931B4034}"/>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0EE449BC-8DCD-0118-A07E-730C3F8A7E16}"/>
              </a:ext>
            </a:extLst>
          </p:cNvPr>
          <p:cNvSpPr>
            <a:spLocks noGrp="1"/>
          </p:cNvSpPr>
          <p:nvPr>
            <p:ph type="ctrTitle"/>
          </p:nvPr>
        </p:nvSpPr>
        <p:spPr>
          <a:xfrm>
            <a:off x="-157316" y="-79855"/>
            <a:ext cx="12506632" cy="1603855"/>
          </a:xfrm>
          <a:solidFill>
            <a:schemeClr val="tx2">
              <a:lumMod val="50000"/>
              <a:lumOff val="50000"/>
              <a:alpha val="60000"/>
            </a:schemeClr>
          </a:solidFill>
        </p:spPr>
        <p:txBody>
          <a:bodyPr/>
          <a:lstStyle/>
          <a:p>
            <a:br>
              <a:rPr lang="fr-FR" dirty="0"/>
            </a:br>
            <a:endParaRPr lang="fr-FR" dirty="0"/>
          </a:p>
        </p:txBody>
      </p:sp>
      <p:sp>
        <p:nvSpPr>
          <p:cNvPr id="5" name="Espace réservé de la date 4">
            <a:extLst>
              <a:ext uri="{FF2B5EF4-FFF2-40B4-BE49-F238E27FC236}">
                <a16:creationId xmlns:a16="http://schemas.microsoft.com/office/drawing/2014/main" id="{A2425841-1EB4-E121-A3F9-58BF8779C9E2}"/>
              </a:ext>
            </a:extLst>
          </p:cNvPr>
          <p:cNvSpPr>
            <a:spLocks noGrp="1"/>
          </p:cNvSpPr>
          <p:nvPr>
            <p:ph type="dt" sz="half" idx="10"/>
          </p:nvPr>
        </p:nvSpPr>
        <p:spPr/>
        <p:txBody>
          <a:bodyPr/>
          <a:lstStyle/>
          <a:p>
            <a:r>
              <a:rPr lang="fr-FR" dirty="0"/>
              <a:t>Soitel Rémi</a:t>
            </a:r>
          </a:p>
        </p:txBody>
      </p:sp>
      <p:sp>
        <p:nvSpPr>
          <p:cNvPr id="6" name="Espace réservé du pied de page 5">
            <a:extLst>
              <a:ext uri="{FF2B5EF4-FFF2-40B4-BE49-F238E27FC236}">
                <a16:creationId xmlns:a16="http://schemas.microsoft.com/office/drawing/2014/main" id="{3D3FD0A1-FC6F-665E-A816-830E04D16601}"/>
              </a:ext>
            </a:extLst>
          </p:cNvPr>
          <p:cNvSpPr>
            <a:spLocks noGrp="1"/>
          </p:cNvSpPr>
          <p:nvPr>
            <p:ph type="ftr" sz="quarter" idx="11"/>
          </p:nvPr>
        </p:nvSpPr>
        <p:spPr/>
        <p:txBody>
          <a:bodyPr/>
          <a:lstStyle/>
          <a:p>
            <a:r>
              <a:rPr lang="fr-FR" dirty="0"/>
              <a:t>Stage M2 en Entreprise</a:t>
            </a:r>
          </a:p>
        </p:txBody>
      </p:sp>
      <p:sp>
        <p:nvSpPr>
          <p:cNvPr id="7" name="Espace réservé du numéro de diapositive 6">
            <a:extLst>
              <a:ext uri="{FF2B5EF4-FFF2-40B4-BE49-F238E27FC236}">
                <a16:creationId xmlns:a16="http://schemas.microsoft.com/office/drawing/2014/main" id="{E6110E81-0DB5-CBA5-F617-42ECB7153827}"/>
              </a:ext>
            </a:extLst>
          </p:cNvPr>
          <p:cNvSpPr>
            <a:spLocks noGrp="1"/>
          </p:cNvSpPr>
          <p:nvPr>
            <p:ph type="sldNum" sz="quarter" idx="12"/>
          </p:nvPr>
        </p:nvSpPr>
        <p:spPr/>
        <p:txBody>
          <a:bodyPr/>
          <a:lstStyle/>
          <a:p>
            <a:pPr rtl="0"/>
            <a:fld id="{11A71338-8BA2-4C79-A6C5-5A8E30081D0C}" type="slidenum">
              <a:rPr lang="fr-FR" noProof="0" smtClean="0"/>
              <a:pPr rtl="0"/>
              <a:t>9</a:t>
            </a:fld>
            <a:endParaRPr lang="fr-FR" noProof="0"/>
          </a:p>
        </p:txBody>
      </p:sp>
      <p:sp>
        <p:nvSpPr>
          <p:cNvPr id="11" name="Espace réservé du contenu 11">
            <a:extLst>
              <a:ext uri="{FF2B5EF4-FFF2-40B4-BE49-F238E27FC236}">
                <a16:creationId xmlns:a16="http://schemas.microsoft.com/office/drawing/2014/main" id="{8CCFA0AE-9CEF-8819-9A3C-C137052F620E}"/>
              </a:ext>
            </a:extLst>
          </p:cNvPr>
          <p:cNvSpPr txBox="1">
            <a:spLocks/>
          </p:cNvSpPr>
          <p:nvPr/>
        </p:nvSpPr>
        <p:spPr>
          <a:xfrm>
            <a:off x="648726" y="358024"/>
            <a:ext cx="11341157"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bg1"/>
                </a:solidFill>
                <a:latin typeface="Posterama" panose="020B0504020200020000" pitchFamily="34" charset="0"/>
                <a:cs typeface="Posterama" panose="020B0504020200020000" pitchFamily="34" charset="0"/>
              </a:rPr>
              <a:t>Etude et Choix - Traitement OpenCV</a:t>
            </a:r>
          </a:p>
        </p:txBody>
      </p:sp>
      <p:sp>
        <p:nvSpPr>
          <p:cNvPr id="2" name="Espace réservé du contenu 11">
            <a:extLst>
              <a:ext uri="{FF2B5EF4-FFF2-40B4-BE49-F238E27FC236}">
                <a16:creationId xmlns:a16="http://schemas.microsoft.com/office/drawing/2014/main" id="{3780E58B-8B8C-767C-44E5-5E06D35AE7AA}"/>
              </a:ext>
            </a:extLst>
          </p:cNvPr>
          <p:cNvSpPr txBox="1">
            <a:spLocks/>
          </p:cNvSpPr>
          <p:nvPr/>
        </p:nvSpPr>
        <p:spPr>
          <a:xfrm>
            <a:off x="552477" y="1664871"/>
            <a:ext cx="8463704" cy="4654967"/>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fr-FR" sz="2200" dirty="0">
                <a:solidFill>
                  <a:schemeClr val="tx1"/>
                </a:solidFill>
              </a:rPr>
              <a:t>• Il faut ensuite pouvoir manipuler l'image pour y incruster notre machine.</a:t>
            </a:r>
          </a:p>
          <a:p>
            <a:pPr algn="just"/>
            <a:r>
              <a:rPr lang="fr-FR" sz="2200" dirty="0">
                <a:solidFill>
                  <a:schemeClr val="tx1"/>
                </a:solidFill>
              </a:rPr>
              <a:t>• Pour cela on utilise </a:t>
            </a:r>
            <a:r>
              <a:rPr lang="fr-FR" sz="2200" b="1" dirty="0">
                <a:solidFill>
                  <a:schemeClr val="tx1"/>
                </a:solidFill>
              </a:rPr>
              <a:t>OpenCV</a:t>
            </a:r>
            <a:r>
              <a:rPr lang="fr-FR" sz="2200" dirty="0">
                <a:solidFill>
                  <a:schemeClr val="tx1"/>
                </a:solidFill>
              </a:rPr>
              <a:t> :</a:t>
            </a:r>
          </a:p>
          <a:p>
            <a:pPr algn="just"/>
            <a:r>
              <a:rPr lang="fr-FR" sz="2000" dirty="0">
                <a:solidFill>
                  <a:schemeClr val="tx1"/>
                </a:solidFill>
              </a:rPr>
              <a:t>    • Une des bibliothèques les plus performante pour les opérations matricielles lourdes.</a:t>
            </a:r>
          </a:p>
          <a:p>
            <a:pPr algn="just"/>
            <a:r>
              <a:rPr lang="fr-FR" sz="2000" dirty="0">
                <a:solidFill>
                  <a:schemeClr val="tx1"/>
                </a:solidFill>
              </a:rPr>
              <a:t>    • Permet de calculer la déformation de perspective.</a:t>
            </a:r>
          </a:p>
          <a:p>
            <a:pPr algn="just"/>
            <a:r>
              <a:rPr lang="fr-FR" sz="2000" dirty="0">
                <a:solidFill>
                  <a:schemeClr val="tx1"/>
                </a:solidFill>
              </a:rPr>
              <a:t>    • Gère le </a:t>
            </a:r>
            <a:r>
              <a:rPr lang="fr-FR" sz="2000" dirty="0" err="1">
                <a:solidFill>
                  <a:schemeClr val="tx1"/>
                </a:solidFill>
              </a:rPr>
              <a:t>blending</a:t>
            </a:r>
            <a:r>
              <a:rPr lang="fr-FR" sz="2000" dirty="0">
                <a:solidFill>
                  <a:schemeClr val="tx1"/>
                </a:solidFill>
              </a:rPr>
              <a:t> alpha pour incruster proprement l'appareil.</a:t>
            </a:r>
          </a:p>
          <a:p>
            <a:pPr algn="just"/>
            <a:r>
              <a:rPr lang="fr-FR" sz="2000" dirty="0">
                <a:solidFill>
                  <a:schemeClr val="tx1"/>
                </a:solidFill>
              </a:rPr>
              <a:t>    • Peux créer des ombres portées et adapter la colorimétrie de l'équipement.</a:t>
            </a:r>
          </a:p>
          <a:p>
            <a:pPr algn="just"/>
            <a:r>
              <a:rPr lang="fr-FR" sz="2200" dirty="0">
                <a:solidFill>
                  <a:schemeClr val="tx1"/>
                </a:solidFill>
              </a:rPr>
              <a:t>• Agit comme le véritable moteur de rendu de l'application.</a:t>
            </a:r>
          </a:p>
        </p:txBody>
      </p:sp>
      <p:pic>
        <p:nvPicPr>
          <p:cNvPr id="12" name="Image 11" descr="python运行程序后不显示图像是什么原因,OpenCV-Python不显示图像-CSDN博客">
            <a:extLst>
              <a:ext uri="{FF2B5EF4-FFF2-40B4-BE49-F238E27FC236}">
                <a16:creationId xmlns:a16="http://schemas.microsoft.com/office/drawing/2014/main" id="{105316B3-5E2F-74A3-D0E9-CBD839580FEB}"/>
              </a:ext>
            </a:extLst>
          </p:cNvPr>
          <p:cNvPicPr>
            <a:picLocks noChangeAspect="1"/>
          </p:cNvPicPr>
          <p:nvPr/>
        </p:nvPicPr>
        <p:blipFill>
          <a:blip r:embed="rId2"/>
          <a:stretch>
            <a:fillRect/>
          </a:stretch>
        </p:blipFill>
        <p:spPr>
          <a:xfrm>
            <a:off x="9016181" y="2533492"/>
            <a:ext cx="2917724" cy="2917724"/>
          </a:xfrm>
          <a:prstGeom prst="rect">
            <a:avLst/>
          </a:prstGeom>
        </p:spPr>
      </p:pic>
    </p:spTree>
    <p:extLst>
      <p:ext uri="{BB962C8B-B14F-4D97-AF65-F5344CB8AC3E}">
        <p14:creationId xmlns:p14="http://schemas.microsoft.com/office/powerpoint/2010/main" val="1598380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6C7DE-4B73-AE9F-30CB-FE343186FFCE}"/>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81C6CD70-4221-AE32-A5A0-1D8E0F6495D9}"/>
              </a:ext>
            </a:extLst>
          </p:cNvPr>
          <p:cNvSpPr>
            <a:spLocks noGrp="1"/>
          </p:cNvSpPr>
          <p:nvPr>
            <p:ph type="ctrTitle"/>
          </p:nvPr>
        </p:nvSpPr>
        <p:spPr>
          <a:xfrm>
            <a:off x="-157316" y="-79855"/>
            <a:ext cx="12506632" cy="1603855"/>
          </a:xfrm>
          <a:solidFill>
            <a:schemeClr val="tx2">
              <a:lumMod val="50000"/>
              <a:lumOff val="50000"/>
              <a:alpha val="60000"/>
            </a:schemeClr>
          </a:solidFill>
        </p:spPr>
        <p:txBody>
          <a:bodyPr/>
          <a:lstStyle/>
          <a:p>
            <a:br>
              <a:rPr lang="fr-FR" dirty="0"/>
            </a:br>
            <a:endParaRPr lang="fr-FR" dirty="0"/>
          </a:p>
        </p:txBody>
      </p:sp>
      <p:sp>
        <p:nvSpPr>
          <p:cNvPr id="5" name="Espace réservé de la date 4">
            <a:extLst>
              <a:ext uri="{FF2B5EF4-FFF2-40B4-BE49-F238E27FC236}">
                <a16:creationId xmlns:a16="http://schemas.microsoft.com/office/drawing/2014/main" id="{A6060470-A2C3-9FDC-7857-BB96610666AF}"/>
              </a:ext>
            </a:extLst>
          </p:cNvPr>
          <p:cNvSpPr>
            <a:spLocks noGrp="1"/>
          </p:cNvSpPr>
          <p:nvPr>
            <p:ph type="dt" sz="half" idx="10"/>
          </p:nvPr>
        </p:nvSpPr>
        <p:spPr/>
        <p:txBody>
          <a:bodyPr/>
          <a:lstStyle/>
          <a:p>
            <a:r>
              <a:rPr lang="fr-FR" dirty="0"/>
              <a:t>Soitel Rémi</a:t>
            </a:r>
          </a:p>
        </p:txBody>
      </p:sp>
      <p:sp>
        <p:nvSpPr>
          <p:cNvPr id="6" name="Espace réservé du pied de page 5">
            <a:extLst>
              <a:ext uri="{FF2B5EF4-FFF2-40B4-BE49-F238E27FC236}">
                <a16:creationId xmlns:a16="http://schemas.microsoft.com/office/drawing/2014/main" id="{9FCCE69F-D73F-7F08-2797-0BDECCFC88A4}"/>
              </a:ext>
            </a:extLst>
          </p:cNvPr>
          <p:cNvSpPr>
            <a:spLocks noGrp="1"/>
          </p:cNvSpPr>
          <p:nvPr>
            <p:ph type="ftr" sz="quarter" idx="11"/>
          </p:nvPr>
        </p:nvSpPr>
        <p:spPr/>
        <p:txBody>
          <a:bodyPr/>
          <a:lstStyle/>
          <a:p>
            <a:r>
              <a:rPr lang="fr-FR" dirty="0"/>
              <a:t>Stage M2 en Entreprise</a:t>
            </a:r>
          </a:p>
        </p:txBody>
      </p:sp>
      <p:sp>
        <p:nvSpPr>
          <p:cNvPr id="7" name="Espace réservé du numéro de diapositive 6">
            <a:extLst>
              <a:ext uri="{FF2B5EF4-FFF2-40B4-BE49-F238E27FC236}">
                <a16:creationId xmlns:a16="http://schemas.microsoft.com/office/drawing/2014/main" id="{E44AC1B1-D155-D206-723A-7BB2795348DB}"/>
              </a:ext>
            </a:extLst>
          </p:cNvPr>
          <p:cNvSpPr>
            <a:spLocks noGrp="1"/>
          </p:cNvSpPr>
          <p:nvPr>
            <p:ph type="sldNum" sz="quarter" idx="12"/>
          </p:nvPr>
        </p:nvSpPr>
        <p:spPr/>
        <p:txBody>
          <a:bodyPr/>
          <a:lstStyle/>
          <a:p>
            <a:pPr rtl="0"/>
            <a:fld id="{11A71338-8BA2-4C79-A6C5-5A8E30081D0C}" type="slidenum">
              <a:rPr lang="fr-FR" noProof="0" smtClean="0"/>
              <a:pPr rtl="0"/>
              <a:t>10</a:t>
            </a:fld>
            <a:endParaRPr lang="fr-FR" noProof="0"/>
          </a:p>
        </p:txBody>
      </p:sp>
      <p:sp>
        <p:nvSpPr>
          <p:cNvPr id="11" name="Espace réservé du contenu 11">
            <a:extLst>
              <a:ext uri="{FF2B5EF4-FFF2-40B4-BE49-F238E27FC236}">
                <a16:creationId xmlns:a16="http://schemas.microsoft.com/office/drawing/2014/main" id="{CB9990E4-CE78-97A9-AC8E-360D08EB1D31}"/>
              </a:ext>
            </a:extLst>
          </p:cNvPr>
          <p:cNvSpPr txBox="1">
            <a:spLocks/>
          </p:cNvSpPr>
          <p:nvPr/>
        </p:nvSpPr>
        <p:spPr>
          <a:xfrm>
            <a:off x="648726" y="358024"/>
            <a:ext cx="11341157"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bg1"/>
                </a:solidFill>
                <a:latin typeface="Posterama" panose="020B0504020200020000" pitchFamily="34" charset="0"/>
                <a:cs typeface="Posterama" panose="020B0504020200020000" pitchFamily="34" charset="0"/>
              </a:rPr>
              <a:t>Etude et Choix - Flutter</a:t>
            </a:r>
          </a:p>
        </p:txBody>
      </p:sp>
      <p:sp>
        <p:nvSpPr>
          <p:cNvPr id="2" name="Espace réservé du contenu 11">
            <a:extLst>
              <a:ext uri="{FF2B5EF4-FFF2-40B4-BE49-F238E27FC236}">
                <a16:creationId xmlns:a16="http://schemas.microsoft.com/office/drawing/2014/main" id="{EE0659CA-7C13-9B33-576A-11922478B68E}"/>
              </a:ext>
            </a:extLst>
          </p:cNvPr>
          <p:cNvSpPr txBox="1">
            <a:spLocks/>
          </p:cNvSpPr>
          <p:nvPr/>
        </p:nvSpPr>
        <p:spPr>
          <a:xfrm>
            <a:off x="552476" y="1664871"/>
            <a:ext cx="7264169" cy="4654967"/>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fr-FR" sz="2200" dirty="0">
                <a:solidFill>
                  <a:schemeClr val="tx1"/>
                </a:solidFill>
              </a:rPr>
              <a:t>• Pour faire l'application mobile, on avait besoin d'une interface fluide, robuste et facile à créer.</a:t>
            </a:r>
          </a:p>
          <a:p>
            <a:pPr algn="just"/>
            <a:r>
              <a:rPr lang="fr-FR" sz="2200" dirty="0">
                <a:solidFill>
                  <a:schemeClr val="tx1"/>
                </a:solidFill>
              </a:rPr>
              <a:t>• Pour cela nous avons choisis d’utiliser </a:t>
            </a:r>
            <a:r>
              <a:rPr lang="fr-FR" sz="2200" b="1" dirty="0">
                <a:solidFill>
                  <a:schemeClr val="tx1"/>
                </a:solidFill>
              </a:rPr>
              <a:t>Flutter</a:t>
            </a:r>
            <a:r>
              <a:rPr lang="fr-FR" sz="2200" dirty="0">
                <a:solidFill>
                  <a:schemeClr val="tx1"/>
                </a:solidFill>
              </a:rPr>
              <a:t> :</a:t>
            </a:r>
          </a:p>
          <a:p>
            <a:pPr algn="just"/>
            <a:r>
              <a:rPr lang="fr-FR" sz="2000" dirty="0">
                <a:solidFill>
                  <a:schemeClr val="tx1"/>
                </a:solidFill>
              </a:rPr>
              <a:t>    • Langage Dart très proche du C++ qu’on maîtrise bien.</a:t>
            </a:r>
          </a:p>
          <a:p>
            <a:pPr algn="just"/>
            <a:r>
              <a:rPr lang="fr-FR" sz="2000" dirty="0">
                <a:solidFill>
                  <a:schemeClr val="tx1"/>
                </a:solidFill>
              </a:rPr>
              <a:t>    • Permet de développer une seule fois et de compiler               pour Android et iOS, Flutter s'occupe de tout.</a:t>
            </a:r>
          </a:p>
          <a:p>
            <a:pPr algn="just"/>
            <a:r>
              <a:rPr lang="fr-FR" sz="2000" dirty="0">
                <a:solidFill>
                  <a:schemeClr val="tx1"/>
                </a:solidFill>
              </a:rPr>
              <a:t>    • Permet de séparer les calculs lourds d'OpenCV de l'interface graphique pour éviter que l'écran ne fige.</a:t>
            </a:r>
          </a:p>
          <a:p>
            <a:pPr algn="just"/>
            <a:r>
              <a:rPr lang="fr-FR" sz="2000" dirty="0">
                <a:solidFill>
                  <a:schemeClr val="tx1"/>
                </a:solidFill>
              </a:rPr>
              <a:t>    • Facilité de structuration du code.</a:t>
            </a:r>
          </a:p>
        </p:txBody>
      </p:sp>
      <p:pic>
        <p:nvPicPr>
          <p:cNvPr id="4" name="Image 3" descr="Flutter Icon SVG Vector &amp; PNG Free Download | UXWing">
            <a:extLst>
              <a:ext uri="{FF2B5EF4-FFF2-40B4-BE49-F238E27FC236}">
                <a16:creationId xmlns:a16="http://schemas.microsoft.com/office/drawing/2014/main" id="{A2E62B3C-1766-7352-A363-27C647E303A8}"/>
              </a:ext>
            </a:extLst>
          </p:cNvPr>
          <p:cNvPicPr>
            <a:picLocks noChangeAspect="1"/>
          </p:cNvPicPr>
          <p:nvPr/>
        </p:nvPicPr>
        <p:blipFill>
          <a:blip r:embed="rId2"/>
          <a:stretch>
            <a:fillRect/>
          </a:stretch>
        </p:blipFill>
        <p:spPr>
          <a:xfrm>
            <a:off x="7816645" y="1886251"/>
            <a:ext cx="3767868" cy="3767868"/>
          </a:xfrm>
          <a:prstGeom prst="rect">
            <a:avLst/>
          </a:prstGeom>
        </p:spPr>
      </p:pic>
    </p:spTree>
    <p:extLst>
      <p:ext uri="{BB962C8B-B14F-4D97-AF65-F5344CB8AC3E}">
        <p14:creationId xmlns:p14="http://schemas.microsoft.com/office/powerpoint/2010/main" val="4151124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BC775-620D-C3BA-50F1-161C0BB53D51}"/>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7D87BA44-CA11-F175-48E9-1A972B29513B}"/>
              </a:ext>
            </a:extLst>
          </p:cNvPr>
          <p:cNvSpPr>
            <a:spLocks noGrp="1"/>
          </p:cNvSpPr>
          <p:nvPr>
            <p:ph type="ctrTitle"/>
          </p:nvPr>
        </p:nvSpPr>
        <p:spPr>
          <a:xfrm>
            <a:off x="-157316" y="-79855"/>
            <a:ext cx="12506632" cy="1603855"/>
          </a:xfrm>
          <a:solidFill>
            <a:schemeClr val="tx2">
              <a:lumMod val="50000"/>
              <a:lumOff val="50000"/>
              <a:alpha val="60000"/>
            </a:schemeClr>
          </a:solidFill>
        </p:spPr>
        <p:txBody>
          <a:bodyPr/>
          <a:lstStyle/>
          <a:p>
            <a:br>
              <a:rPr lang="fr-FR" dirty="0"/>
            </a:br>
            <a:endParaRPr lang="fr-FR" dirty="0"/>
          </a:p>
        </p:txBody>
      </p:sp>
      <p:sp>
        <p:nvSpPr>
          <p:cNvPr id="5" name="Espace réservé de la date 4">
            <a:extLst>
              <a:ext uri="{FF2B5EF4-FFF2-40B4-BE49-F238E27FC236}">
                <a16:creationId xmlns:a16="http://schemas.microsoft.com/office/drawing/2014/main" id="{36521EE1-EF01-0E1D-09B1-82AC9EEAE032}"/>
              </a:ext>
            </a:extLst>
          </p:cNvPr>
          <p:cNvSpPr>
            <a:spLocks noGrp="1"/>
          </p:cNvSpPr>
          <p:nvPr>
            <p:ph type="dt" sz="half" idx="10"/>
          </p:nvPr>
        </p:nvSpPr>
        <p:spPr/>
        <p:txBody>
          <a:bodyPr/>
          <a:lstStyle/>
          <a:p>
            <a:r>
              <a:rPr lang="fr-FR" dirty="0"/>
              <a:t>Soitel Rémi</a:t>
            </a:r>
          </a:p>
        </p:txBody>
      </p:sp>
      <p:sp>
        <p:nvSpPr>
          <p:cNvPr id="6" name="Espace réservé du pied de page 5">
            <a:extLst>
              <a:ext uri="{FF2B5EF4-FFF2-40B4-BE49-F238E27FC236}">
                <a16:creationId xmlns:a16="http://schemas.microsoft.com/office/drawing/2014/main" id="{F349E070-FAC0-ABDD-FBBE-E8F79C93D7CD}"/>
              </a:ext>
            </a:extLst>
          </p:cNvPr>
          <p:cNvSpPr>
            <a:spLocks noGrp="1"/>
          </p:cNvSpPr>
          <p:nvPr>
            <p:ph type="ftr" sz="quarter" idx="11"/>
          </p:nvPr>
        </p:nvSpPr>
        <p:spPr/>
        <p:txBody>
          <a:bodyPr/>
          <a:lstStyle/>
          <a:p>
            <a:r>
              <a:rPr lang="fr-FR" dirty="0"/>
              <a:t>Stage M2 en Entreprise</a:t>
            </a:r>
          </a:p>
        </p:txBody>
      </p:sp>
      <p:sp>
        <p:nvSpPr>
          <p:cNvPr id="7" name="Espace réservé du numéro de diapositive 6">
            <a:extLst>
              <a:ext uri="{FF2B5EF4-FFF2-40B4-BE49-F238E27FC236}">
                <a16:creationId xmlns:a16="http://schemas.microsoft.com/office/drawing/2014/main" id="{DFA1BDFC-4A6C-2F1D-4AD5-603D40B8F91A}"/>
              </a:ext>
            </a:extLst>
          </p:cNvPr>
          <p:cNvSpPr>
            <a:spLocks noGrp="1"/>
          </p:cNvSpPr>
          <p:nvPr>
            <p:ph type="sldNum" sz="quarter" idx="12"/>
          </p:nvPr>
        </p:nvSpPr>
        <p:spPr/>
        <p:txBody>
          <a:bodyPr/>
          <a:lstStyle/>
          <a:p>
            <a:pPr rtl="0"/>
            <a:fld id="{11A71338-8BA2-4C79-A6C5-5A8E30081D0C}" type="slidenum">
              <a:rPr lang="fr-FR" noProof="0" smtClean="0"/>
              <a:pPr rtl="0"/>
              <a:t>11</a:t>
            </a:fld>
            <a:endParaRPr lang="fr-FR" noProof="0"/>
          </a:p>
        </p:txBody>
      </p:sp>
      <p:sp>
        <p:nvSpPr>
          <p:cNvPr id="11" name="Espace réservé du contenu 11">
            <a:extLst>
              <a:ext uri="{FF2B5EF4-FFF2-40B4-BE49-F238E27FC236}">
                <a16:creationId xmlns:a16="http://schemas.microsoft.com/office/drawing/2014/main" id="{0D595BB0-9A5D-0FC7-FFF9-4B34C2441AC2}"/>
              </a:ext>
            </a:extLst>
          </p:cNvPr>
          <p:cNvSpPr txBox="1">
            <a:spLocks/>
          </p:cNvSpPr>
          <p:nvPr/>
        </p:nvSpPr>
        <p:spPr>
          <a:xfrm>
            <a:off x="648726" y="358024"/>
            <a:ext cx="11341157"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bg1"/>
                </a:solidFill>
                <a:latin typeface="Posterama" panose="020B0504020200020000" pitchFamily="34" charset="0"/>
                <a:cs typeface="Posterama" panose="020B0504020200020000" pitchFamily="34" charset="0"/>
              </a:rPr>
              <a:t>Implémentation - IA de Détection</a:t>
            </a:r>
          </a:p>
        </p:txBody>
      </p:sp>
      <p:sp>
        <p:nvSpPr>
          <p:cNvPr id="2" name="Espace réservé du contenu 11">
            <a:extLst>
              <a:ext uri="{FF2B5EF4-FFF2-40B4-BE49-F238E27FC236}">
                <a16:creationId xmlns:a16="http://schemas.microsoft.com/office/drawing/2014/main" id="{CF72FB0C-FF2B-19E1-D0BE-91B4A9DCF40D}"/>
              </a:ext>
            </a:extLst>
          </p:cNvPr>
          <p:cNvSpPr txBox="1">
            <a:spLocks/>
          </p:cNvSpPr>
          <p:nvPr/>
        </p:nvSpPr>
        <p:spPr>
          <a:xfrm>
            <a:off x="552477" y="1664871"/>
            <a:ext cx="10931600" cy="4654967"/>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fr-FR" sz="2200" dirty="0">
                <a:solidFill>
                  <a:schemeClr val="tx1"/>
                </a:solidFill>
              </a:rPr>
              <a:t>• Pour que le modèle comprenne ce qu'est notre autocollant, on a créé notre propre dataset avec une prise de plus d'une cinquantaine de photos de l’autocollant sur différents types de murs et d’ambiance.</a:t>
            </a:r>
          </a:p>
          <a:p>
            <a:r>
              <a:rPr lang="fr-FR" sz="2200" dirty="0">
                <a:solidFill>
                  <a:schemeClr val="tx1"/>
                </a:solidFill>
              </a:rPr>
              <a:t>• Utilisation de Roboflow</a:t>
            </a:r>
            <a:br>
              <a:rPr lang="fr-FR" sz="2200" dirty="0">
                <a:solidFill>
                  <a:schemeClr val="tx1"/>
                </a:solidFill>
              </a:rPr>
            </a:br>
            <a:r>
              <a:rPr lang="fr-FR" sz="2200" dirty="0">
                <a:solidFill>
                  <a:schemeClr val="tx1"/>
                </a:solidFill>
              </a:rPr>
              <a:t>pour annoter les images en y</a:t>
            </a:r>
            <a:br>
              <a:rPr lang="fr-FR" sz="2200" dirty="0">
                <a:solidFill>
                  <a:schemeClr val="tx1"/>
                </a:solidFill>
              </a:rPr>
            </a:br>
            <a:r>
              <a:rPr lang="fr-FR" sz="2200" dirty="0">
                <a:solidFill>
                  <a:schemeClr val="tx1"/>
                </a:solidFill>
              </a:rPr>
              <a:t>indiquant la boite englobante</a:t>
            </a:r>
            <a:br>
              <a:rPr lang="fr-FR" sz="2200" dirty="0">
                <a:solidFill>
                  <a:schemeClr val="tx1"/>
                </a:solidFill>
              </a:rPr>
            </a:br>
            <a:r>
              <a:rPr lang="fr-FR" sz="2200" dirty="0">
                <a:solidFill>
                  <a:schemeClr val="tx1"/>
                </a:solidFill>
              </a:rPr>
              <a:t>où se trouve l’autocollant et</a:t>
            </a:r>
            <a:br>
              <a:rPr lang="fr-FR" sz="2200" dirty="0">
                <a:solidFill>
                  <a:schemeClr val="tx1"/>
                </a:solidFill>
              </a:rPr>
            </a:br>
            <a:r>
              <a:rPr lang="fr-FR" sz="2200" dirty="0">
                <a:solidFill>
                  <a:schemeClr val="tx1"/>
                </a:solidFill>
              </a:rPr>
              <a:t>les quatre coins de</a:t>
            </a:r>
            <a:br>
              <a:rPr lang="fr-FR" sz="2200" dirty="0">
                <a:solidFill>
                  <a:schemeClr val="tx1"/>
                </a:solidFill>
              </a:rPr>
            </a:br>
            <a:r>
              <a:rPr lang="fr-FR" sz="2200" dirty="0">
                <a:solidFill>
                  <a:schemeClr val="tx1"/>
                </a:solidFill>
              </a:rPr>
              <a:t>l’autocollant. On y fait aussi</a:t>
            </a:r>
            <a:br>
              <a:rPr lang="fr-FR" sz="2200" dirty="0">
                <a:solidFill>
                  <a:schemeClr val="tx1"/>
                </a:solidFill>
              </a:rPr>
            </a:br>
            <a:r>
              <a:rPr lang="fr-FR" sz="2200" dirty="0">
                <a:solidFill>
                  <a:schemeClr val="tx1"/>
                </a:solidFill>
              </a:rPr>
              <a:t>de la data augmentation</a:t>
            </a:r>
            <a:br>
              <a:rPr lang="fr-FR" sz="2200" dirty="0">
                <a:solidFill>
                  <a:schemeClr val="tx1"/>
                </a:solidFill>
              </a:rPr>
            </a:br>
            <a:r>
              <a:rPr lang="fr-FR" sz="2200" dirty="0">
                <a:solidFill>
                  <a:schemeClr val="tx1"/>
                </a:solidFill>
              </a:rPr>
              <a:t>(Qui augmente le dataset à</a:t>
            </a:r>
            <a:br>
              <a:rPr lang="fr-FR" sz="2200" dirty="0">
                <a:solidFill>
                  <a:schemeClr val="tx1"/>
                </a:solidFill>
              </a:rPr>
            </a:br>
            <a:r>
              <a:rPr lang="fr-FR" sz="2200" dirty="0">
                <a:solidFill>
                  <a:schemeClr val="tx1"/>
                </a:solidFill>
              </a:rPr>
              <a:t>plus d’une centaine d’image).</a:t>
            </a:r>
          </a:p>
        </p:txBody>
      </p:sp>
      <p:pic>
        <p:nvPicPr>
          <p:cNvPr id="4" name="Image 3">
            <a:extLst>
              <a:ext uri="{FF2B5EF4-FFF2-40B4-BE49-F238E27FC236}">
                <a16:creationId xmlns:a16="http://schemas.microsoft.com/office/drawing/2014/main" id="{92D8C30F-9589-1B27-88EA-BF05C03D5D5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58813" y="3001027"/>
            <a:ext cx="7231070" cy="3177940"/>
          </a:xfrm>
          <a:prstGeom prst="rect">
            <a:avLst/>
          </a:prstGeom>
        </p:spPr>
      </p:pic>
    </p:spTree>
    <p:extLst>
      <p:ext uri="{BB962C8B-B14F-4D97-AF65-F5344CB8AC3E}">
        <p14:creationId xmlns:p14="http://schemas.microsoft.com/office/powerpoint/2010/main" val="1667218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5AA92-7D10-3562-A47A-92A7D3280DEB}"/>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36F7DEBE-6D96-736D-A1E8-068933C47B94}"/>
              </a:ext>
            </a:extLst>
          </p:cNvPr>
          <p:cNvSpPr>
            <a:spLocks noGrp="1"/>
          </p:cNvSpPr>
          <p:nvPr>
            <p:ph type="ctrTitle"/>
          </p:nvPr>
        </p:nvSpPr>
        <p:spPr>
          <a:xfrm>
            <a:off x="-157316" y="-79855"/>
            <a:ext cx="12506632" cy="1603855"/>
          </a:xfrm>
          <a:solidFill>
            <a:schemeClr val="tx2">
              <a:lumMod val="50000"/>
              <a:lumOff val="50000"/>
              <a:alpha val="60000"/>
            </a:schemeClr>
          </a:solidFill>
        </p:spPr>
        <p:txBody>
          <a:bodyPr/>
          <a:lstStyle/>
          <a:p>
            <a:br>
              <a:rPr lang="fr-FR" dirty="0"/>
            </a:br>
            <a:endParaRPr lang="fr-FR" dirty="0"/>
          </a:p>
        </p:txBody>
      </p:sp>
      <p:sp>
        <p:nvSpPr>
          <p:cNvPr id="5" name="Espace réservé de la date 4">
            <a:extLst>
              <a:ext uri="{FF2B5EF4-FFF2-40B4-BE49-F238E27FC236}">
                <a16:creationId xmlns:a16="http://schemas.microsoft.com/office/drawing/2014/main" id="{2B1A3763-1995-83FD-798C-A487D437FE64}"/>
              </a:ext>
            </a:extLst>
          </p:cNvPr>
          <p:cNvSpPr>
            <a:spLocks noGrp="1"/>
          </p:cNvSpPr>
          <p:nvPr>
            <p:ph type="dt" sz="half" idx="10"/>
          </p:nvPr>
        </p:nvSpPr>
        <p:spPr/>
        <p:txBody>
          <a:bodyPr/>
          <a:lstStyle/>
          <a:p>
            <a:r>
              <a:rPr lang="fr-FR" dirty="0"/>
              <a:t>Soitel Rémi</a:t>
            </a:r>
          </a:p>
        </p:txBody>
      </p:sp>
      <p:sp>
        <p:nvSpPr>
          <p:cNvPr id="6" name="Espace réservé du pied de page 5">
            <a:extLst>
              <a:ext uri="{FF2B5EF4-FFF2-40B4-BE49-F238E27FC236}">
                <a16:creationId xmlns:a16="http://schemas.microsoft.com/office/drawing/2014/main" id="{A8A8D803-BA60-2618-CA73-6AEE1C4C44F8}"/>
              </a:ext>
            </a:extLst>
          </p:cNvPr>
          <p:cNvSpPr>
            <a:spLocks noGrp="1"/>
          </p:cNvSpPr>
          <p:nvPr>
            <p:ph type="ftr" sz="quarter" idx="11"/>
          </p:nvPr>
        </p:nvSpPr>
        <p:spPr/>
        <p:txBody>
          <a:bodyPr/>
          <a:lstStyle/>
          <a:p>
            <a:r>
              <a:rPr lang="fr-FR" dirty="0"/>
              <a:t>Stage M2 en Entreprise</a:t>
            </a:r>
          </a:p>
        </p:txBody>
      </p:sp>
      <p:sp>
        <p:nvSpPr>
          <p:cNvPr id="7" name="Espace réservé du numéro de diapositive 6">
            <a:extLst>
              <a:ext uri="{FF2B5EF4-FFF2-40B4-BE49-F238E27FC236}">
                <a16:creationId xmlns:a16="http://schemas.microsoft.com/office/drawing/2014/main" id="{315230F5-8DB1-189B-1503-CEB830CB86EF}"/>
              </a:ext>
            </a:extLst>
          </p:cNvPr>
          <p:cNvSpPr>
            <a:spLocks noGrp="1"/>
          </p:cNvSpPr>
          <p:nvPr>
            <p:ph type="sldNum" sz="quarter" idx="12"/>
          </p:nvPr>
        </p:nvSpPr>
        <p:spPr/>
        <p:txBody>
          <a:bodyPr/>
          <a:lstStyle/>
          <a:p>
            <a:pPr rtl="0"/>
            <a:fld id="{11A71338-8BA2-4C79-A6C5-5A8E30081D0C}" type="slidenum">
              <a:rPr lang="fr-FR" noProof="0" smtClean="0"/>
              <a:pPr rtl="0"/>
              <a:t>12</a:t>
            </a:fld>
            <a:endParaRPr lang="fr-FR" noProof="0"/>
          </a:p>
        </p:txBody>
      </p:sp>
      <p:sp>
        <p:nvSpPr>
          <p:cNvPr id="11" name="Espace réservé du contenu 11">
            <a:extLst>
              <a:ext uri="{FF2B5EF4-FFF2-40B4-BE49-F238E27FC236}">
                <a16:creationId xmlns:a16="http://schemas.microsoft.com/office/drawing/2014/main" id="{DD3B4752-1636-891D-1439-8171EBAA02A0}"/>
              </a:ext>
            </a:extLst>
          </p:cNvPr>
          <p:cNvSpPr txBox="1">
            <a:spLocks/>
          </p:cNvSpPr>
          <p:nvPr/>
        </p:nvSpPr>
        <p:spPr>
          <a:xfrm>
            <a:off x="648726" y="358024"/>
            <a:ext cx="11341157"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bg1"/>
                </a:solidFill>
                <a:latin typeface="Posterama" panose="020B0504020200020000" pitchFamily="34" charset="0"/>
                <a:cs typeface="Posterama" panose="020B0504020200020000" pitchFamily="34" charset="0"/>
              </a:rPr>
              <a:t>Implémentation - IA de Détection</a:t>
            </a:r>
          </a:p>
        </p:txBody>
      </p:sp>
      <p:sp>
        <p:nvSpPr>
          <p:cNvPr id="2" name="Espace réservé du contenu 11">
            <a:extLst>
              <a:ext uri="{FF2B5EF4-FFF2-40B4-BE49-F238E27FC236}">
                <a16:creationId xmlns:a16="http://schemas.microsoft.com/office/drawing/2014/main" id="{391C86F1-AA7A-0829-773F-D8421D6D4CF9}"/>
              </a:ext>
            </a:extLst>
          </p:cNvPr>
          <p:cNvSpPr txBox="1">
            <a:spLocks/>
          </p:cNvSpPr>
          <p:nvPr/>
        </p:nvSpPr>
        <p:spPr>
          <a:xfrm>
            <a:off x="457200" y="1664871"/>
            <a:ext cx="10564761" cy="4654967"/>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200" dirty="0">
                <a:solidFill>
                  <a:schemeClr val="tx1"/>
                </a:solidFill>
              </a:rPr>
              <a:t>• Entraînement fait en Python puis exportation au format .tflite pour tourner sur mobile.</a:t>
            </a:r>
          </a:p>
          <a:p>
            <a:r>
              <a:rPr lang="fr-FR" sz="2200" dirty="0">
                <a:solidFill>
                  <a:schemeClr val="tx1"/>
                </a:solidFill>
              </a:rPr>
              <a:t>• Prétraitement et post-traitement des images sur le smartphone :</a:t>
            </a:r>
          </a:p>
          <a:p>
            <a:r>
              <a:rPr lang="fr-FR" sz="2000" dirty="0">
                <a:solidFill>
                  <a:schemeClr val="tx1"/>
                </a:solidFill>
              </a:rPr>
              <a:t>    • L'image est redimensionnée en 1024x1024 pixels et normalisée.</a:t>
            </a:r>
          </a:p>
          <a:p>
            <a:r>
              <a:rPr lang="fr-FR" sz="2000" dirty="0">
                <a:solidFill>
                  <a:schemeClr val="tx1"/>
                </a:solidFill>
              </a:rPr>
              <a:t>    • Tri mathématique strict des 4 points reçus de l’IA</a:t>
            </a:r>
            <a:br>
              <a:rPr lang="fr-FR" sz="2000" dirty="0">
                <a:solidFill>
                  <a:schemeClr val="tx1"/>
                </a:solidFill>
              </a:rPr>
            </a:br>
            <a:r>
              <a:rPr lang="fr-FR" sz="2000" dirty="0">
                <a:solidFill>
                  <a:schemeClr val="tx1"/>
                </a:solidFill>
              </a:rPr>
              <a:t>       (haut-gauche, haut-droit, bas-droit, bas-gauche) pour</a:t>
            </a:r>
            <a:br>
              <a:rPr lang="fr-FR" sz="2000" dirty="0">
                <a:solidFill>
                  <a:schemeClr val="tx1"/>
                </a:solidFill>
              </a:rPr>
            </a:br>
            <a:r>
              <a:rPr lang="fr-FR" sz="2000" dirty="0">
                <a:solidFill>
                  <a:schemeClr val="tx1"/>
                </a:solidFill>
              </a:rPr>
              <a:t>       éviter d'avoir un équipement tordu.</a:t>
            </a:r>
          </a:p>
          <a:p>
            <a:r>
              <a:rPr lang="fr-FR" sz="2200" dirty="0">
                <a:solidFill>
                  <a:schemeClr val="tx1"/>
                </a:solidFill>
              </a:rPr>
              <a:t>• Si l'IA n'est pas sûre à plus de 92%,</a:t>
            </a:r>
            <a:br>
              <a:rPr lang="fr-FR" sz="2200" dirty="0">
                <a:solidFill>
                  <a:schemeClr val="tx1"/>
                </a:solidFill>
              </a:rPr>
            </a:br>
            <a:r>
              <a:rPr lang="fr-FR" sz="2200" dirty="0">
                <a:solidFill>
                  <a:schemeClr val="tx1"/>
                </a:solidFill>
              </a:rPr>
              <a:t>l'application bascule sur les coins de la boîte</a:t>
            </a:r>
            <a:br>
              <a:rPr lang="fr-FR" sz="2200" dirty="0">
                <a:solidFill>
                  <a:schemeClr val="tx1"/>
                </a:solidFill>
              </a:rPr>
            </a:br>
            <a:r>
              <a:rPr lang="fr-FR" sz="2200" dirty="0">
                <a:solidFill>
                  <a:schemeClr val="tx1"/>
                </a:solidFill>
              </a:rPr>
              <a:t>englobante ou propose un placement manuel.</a:t>
            </a:r>
          </a:p>
        </p:txBody>
      </p:sp>
      <p:pic>
        <p:nvPicPr>
          <p:cNvPr id="10" name="Image 9">
            <a:extLst>
              <a:ext uri="{FF2B5EF4-FFF2-40B4-BE49-F238E27FC236}">
                <a16:creationId xmlns:a16="http://schemas.microsoft.com/office/drawing/2014/main" id="{6C2ABB91-C189-7F4C-73AE-1061F2D682E4}"/>
              </a:ext>
            </a:extLst>
          </p:cNvPr>
          <p:cNvPicPr>
            <a:picLocks noChangeAspect="1"/>
          </p:cNvPicPr>
          <p:nvPr/>
        </p:nvPicPr>
        <p:blipFill>
          <a:blip r:embed="rId2"/>
          <a:stretch>
            <a:fillRect/>
          </a:stretch>
        </p:blipFill>
        <p:spPr>
          <a:xfrm>
            <a:off x="6486270" y="2943820"/>
            <a:ext cx="6370092" cy="3914180"/>
          </a:xfrm>
          <a:prstGeom prst="rect">
            <a:avLst/>
          </a:prstGeom>
        </p:spPr>
      </p:pic>
    </p:spTree>
    <p:extLst>
      <p:ext uri="{BB962C8B-B14F-4D97-AF65-F5344CB8AC3E}">
        <p14:creationId xmlns:p14="http://schemas.microsoft.com/office/powerpoint/2010/main" val="68768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F684B-724F-91A4-2275-BA69A2040DD3}"/>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F02EBD04-E2C8-FA94-87E1-2A069C915C53}"/>
              </a:ext>
            </a:extLst>
          </p:cNvPr>
          <p:cNvSpPr>
            <a:spLocks noGrp="1"/>
          </p:cNvSpPr>
          <p:nvPr>
            <p:ph type="ctrTitle"/>
          </p:nvPr>
        </p:nvSpPr>
        <p:spPr>
          <a:xfrm>
            <a:off x="-157316" y="-79855"/>
            <a:ext cx="12506632" cy="1603855"/>
          </a:xfrm>
          <a:solidFill>
            <a:schemeClr val="tx2">
              <a:lumMod val="50000"/>
              <a:lumOff val="50000"/>
              <a:alpha val="60000"/>
            </a:schemeClr>
          </a:solidFill>
        </p:spPr>
        <p:txBody>
          <a:bodyPr/>
          <a:lstStyle/>
          <a:p>
            <a:br>
              <a:rPr lang="fr-FR" dirty="0"/>
            </a:br>
            <a:endParaRPr lang="fr-FR" dirty="0"/>
          </a:p>
        </p:txBody>
      </p:sp>
      <p:sp>
        <p:nvSpPr>
          <p:cNvPr id="5" name="Espace réservé de la date 4">
            <a:extLst>
              <a:ext uri="{FF2B5EF4-FFF2-40B4-BE49-F238E27FC236}">
                <a16:creationId xmlns:a16="http://schemas.microsoft.com/office/drawing/2014/main" id="{52CA8964-F20E-2CEF-1382-0EF9EABF436B}"/>
              </a:ext>
            </a:extLst>
          </p:cNvPr>
          <p:cNvSpPr>
            <a:spLocks noGrp="1"/>
          </p:cNvSpPr>
          <p:nvPr>
            <p:ph type="dt" sz="half" idx="10"/>
          </p:nvPr>
        </p:nvSpPr>
        <p:spPr/>
        <p:txBody>
          <a:bodyPr/>
          <a:lstStyle/>
          <a:p>
            <a:r>
              <a:rPr lang="fr-FR" dirty="0"/>
              <a:t>Soitel Rémi</a:t>
            </a:r>
          </a:p>
        </p:txBody>
      </p:sp>
      <p:sp>
        <p:nvSpPr>
          <p:cNvPr id="6" name="Espace réservé du pied de page 5">
            <a:extLst>
              <a:ext uri="{FF2B5EF4-FFF2-40B4-BE49-F238E27FC236}">
                <a16:creationId xmlns:a16="http://schemas.microsoft.com/office/drawing/2014/main" id="{E924DA9F-5B07-F4F4-7CBA-DE3467B76DCB}"/>
              </a:ext>
            </a:extLst>
          </p:cNvPr>
          <p:cNvSpPr>
            <a:spLocks noGrp="1"/>
          </p:cNvSpPr>
          <p:nvPr>
            <p:ph type="ftr" sz="quarter" idx="11"/>
          </p:nvPr>
        </p:nvSpPr>
        <p:spPr/>
        <p:txBody>
          <a:bodyPr/>
          <a:lstStyle/>
          <a:p>
            <a:r>
              <a:rPr lang="fr-FR" dirty="0"/>
              <a:t>Stage M2 en Entreprise</a:t>
            </a:r>
          </a:p>
        </p:txBody>
      </p:sp>
      <p:sp>
        <p:nvSpPr>
          <p:cNvPr id="7" name="Espace réservé du numéro de diapositive 6">
            <a:extLst>
              <a:ext uri="{FF2B5EF4-FFF2-40B4-BE49-F238E27FC236}">
                <a16:creationId xmlns:a16="http://schemas.microsoft.com/office/drawing/2014/main" id="{BEB06902-21F8-FEC7-17AB-6567F28F87FB}"/>
              </a:ext>
            </a:extLst>
          </p:cNvPr>
          <p:cNvSpPr>
            <a:spLocks noGrp="1"/>
          </p:cNvSpPr>
          <p:nvPr>
            <p:ph type="sldNum" sz="quarter" idx="12"/>
          </p:nvPr>
        </p:nvSpPr>
        <p:spPr/>
        <p:txBody>
          <a:bodyPr/>
          <a:lstStyle/>
          <a:p>
            <a:pPr rtl="0"/>
            <a:fld id="{11A71338-8BA2-4C79-A6C5-5A8E30081D0C}" type="slidenum">
              <a:rPr lang="fr-FR" noProof="0" smtClean="0"/>
              <a:pPr rtl="0"/>
              <a:t>13</a:t>
            </a:fld>
            <a:endParaRPr lang="fr-FR" noProof="0"/>
          </a:p>
        </p:txBody>
      </p:sp>
      <p:sp>
        <p:nvSpPr>
          <p:cNvPr id="11" name="Espace réservé du contenu 11">
            <a:extLst>
              <a:ext uri="{FF2B5EF4-FFF2-40B4-BE49-F238E27FC236}">
                <a16:creationId xmlns:a16="http://schemas.microsoft.com/office/drawing/2014/main" id="{52993839-E0A5-B6D2-DCF6-E5DC33569162}"/>
              </a:ext>
            </a:extLst>
          </p:cNvPr>
          <p:cNvSpPr txBox="1">
            <a:spLocks/>
          </p:cNvSpPr>
          <p:nvPr/>
        </p:nvSpPr>
        <p:spPr>
          <a:xfrm>
            <a:off x="648726" y="358024"/>
            <a:ext cx="11341157"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bg1"/>
                </a:solidFill>
                <a:latin typeface="Posterama" panose="020B0504020200020000" pitchFamily="34" charset="0"/>
                <a:cs typeface="Posterama" panose="020B0504020200020000" pitchFamily="34" charset="0"/>
              </a:rPr>
              <a:t>Implémentation - Inpainting</a:t>
            </a:r>
          </a:p>
        </p:txBody>
      </p:sp>
      <p:sp>
        <p:nvSpPr>
          <p:cNvPr id="2" name="Espace réservé du contenu 11">
            <a:extLst>
              <a:ext uri="{FF2B5EF4-FFF2-40B4-BE49-F238E27FC236}">
                <a16:creationId xmlns:a16="http://schemas.microsoft.com/office/drawing/2014/main" id="{7AA7042E-CA6C-69E9-1E0C-927753FE0FB9}"/>
              </a:ext>
            </a:extLst>
          </p:cNvPr>
          <p:cNvSpPr txBox="1">
            <a:spLocks/>
          </p:cNvSpPr>
          <p:nvPr/>
        </p:nvSpPr>
        <p:spPr>
          <a:xfrm>
            <a:off x="457200" y="1533061"/>
            <a:ext cx="10931600" cy="4654967"/>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000" dirty="0">
                <a:solidFill>
                  <a:schemeClr val="tx1"/>
                </a:solidFill>
              </a:rPr>
              <a:t>• La fonction </a:t>
            </a:r>
            <a:r>
              <a:rPr lang="fr-FR" sz="2000" b="1" dirty="0" err="1">
                <a:solidFill>
                  <a:schemeClr val="tx1"/>
                </a:solidFill>
              </a:rPr>
              <a:t>cv.inpaint</a:t>
            </a:r>
            <a:r>
              <a:rPr lang="fr-FR" sz="2000" b="1" dirty="0">
                <a:solidFill>
                  <a:schemeClr val="tx1"/>
                </a:solidFill>
              </a:rPr>
              <a:t> </a:t>
            </a:r>
            <a:r>
              <a:rPr lang="fr-FR" sz="2000" dirty="0">
                <a:solidFill>
                  <a:schemeClr val="tx1"/>
                </a:solidFill>
              </a:rPr>
              <a:t>n'existant pas sur le package Flutter et même avec une méthode alternative on avait un résultat très peu convainquant pour cacher l’autocollant, on a donc dû faire autrement :</a:t>
            </a:r>
          </a:p>
          <a:p>
            <a:r>
              <a:rPr lang="fr-FR" sz="1800" dirty="0">
                <a:solidFill>
                  <a:schemeClr val="tx1"/>
                </a:solidFill>
              </a:rPr>
              <a:t>    • Intégration du modèle génératif </a:t>
            </a:r>
            <a:r>
              <a:rPr lang="fr-FR" sz="1800" b="1" dirty="0">
                <a:solidFill>
                  <a:schemeClr val="tx1"/>
                </a:solidFill>
              </a:rPr>
              <a:t>LaMa</a:t>
            </a:r>
            <a:r>
              <a:rPr lang="fr-FR" sz="1800" dirty="0">
                <a:solidFill>
                  <a:schemeClr val="tx1"/>
                </a:solidFill>
              </a:rPr>
              <a:t> (Large Mask Inpainting) qui tourne en local.</a:t>
            </a:r>
          </a:p>
          <a:p>
            <a:r>
              <a:rPr lang="fr-FR" sz="2000" dirty="0">
                <a:solidFill>
                  <a:schemeClr val="tx1"/>
                </a:solidFill>
              </a:rPr>
              <a:t>• Pour éviter de saturer la RAM du téléphone avec une image géante :</a:t>
            </a:r>
          </a:p>
          <a:p>
            <a:r>
              <a:rPr lang="fr-FR" sz="1800" dirty="0">
                <a:solidFill>
                  <a:schemeClr val="tx1"/>
                </a:solidFill>
              </a:rPr>
              <a:t>    • On coupe un carré de 2.5 fois la taille de l'autocollant et on réduit ce petit patch en 512x512 pixels avant de l'envoyer à l’IA qui générera un inpainting.</a:t>
            </a:r>
          </a:p>
          <a:p>
            <a:r>
              <a:rPr lang="fr-FR" sz="2000" dirty="0">
                <a:solidFill>
                  <a:schemeClr val="tx1"/>
                </a:solidFill>
              </a:rPr>
              <a:t>• Traitement pour que la disparition soit invisible à l'œil nu :</a:t>
            </a:r>
          </a:p>
          <a:p>
            <a:r>
              <a:rPr lang="fr-FR" sz="2000" dirty="0">
                <a:solidFill>
                  <a:schemeClr val="tx1"/>
                </a:solidFill>
              </a:rPr>
              <a:t>    </a:t>
            </a:r>
            <a:r>
              <a:rPr lang="fr-FR" sz="1800" dirty="0">
                <a:solidFill>
                  <a:schemeClr val="tx1"/>
                </a:solidFill>
              </a:rPr>
              <a:t>• Avant inpainting, on remplit la zone de l'autocollant avec la couleur moyenne du mur.</a:t>
            </a:r>
          </a:p>
          <a:p>
            <a:r>
              <a:rPr lang="fr-FR" sz="1800" dirty="0">
                <a:solidFill>
                  <a:schemeClr val="tx1"/>
                </a:solidFill>
              </a:rPr>
              <a:t>    • Après traitement, on agrandit le patch via une interpolation et on applique un filtre de netteté.</a:t>
            </a:r>
          </a:p>
          <a:p>
            <a:pPr marL="0" indent="0">
              <a:buNone/>
            </a:pPr>
            <a:r>
              <a:rPr lang="fr-FR" sz="2000" dirty="0">
                <a:solidFill>
                  <a:schemeClr val="tx1"/>
                </a:solidFill>
              </a:rPr>
              <a:t>       </a:t>
            </a:r>
            <a:r>
              <a:rPr lang="fr-FR" sz="1800" dirty="0">
                <a:solidFill>
                  <a:schemeClr val="tx1"/>
                </a:solidFill>
              </a:rPr>
              <a:t>• Puis à la fin on injecte un léger bruit gaussien et on fait une fusion qui adoucie les bords.</a:t>
            </a:r>
            <a:endParaRPr lang="fr-FR" sz="2000" dirty="0">
              <a:solidFill>
                <a:schemeClr val="tx1"/>
              </a:solidFill>
            </a:endParaRPr>
          </a:p>
        </p:txBody>
      </p:sp>
    </p:spTree>
    <p:extLst>
      <p:ext uri="{BB962C8B-B14F-4D97-AF65-F5344CB8AC3E}">
        <p14:creationId xmlns:p14="http://schemas.microsoft.com/office/powerpoint/2010/main" val="2524814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2A1E2-1279-B888-AA1D-010D717CD58B}"/>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2E1F7A3A-3B0F-EC48-CC5C-00E40B9143E8}"/>
              </a:ext>
            </a:extLst>
          </p:cNvPr>
          <p:cNvSpPr>
            <a:spLocks noGrp="1"/>
          </p:cNvSpPr>
          <p:nvPr>
            <p:ph type="ctrTitle"/>
          </p:nvPr>
        </p:nvSpPr>
        <p:spPr>
          <a:xfrm>
            <a:off x="-157316" y="-79855"/>
            <a:ext cx="12506632" cy="1603855"/>
          </a:xfrm>
          <a:solidFill>
            <a:schemeClr val="tx2">
              <a:lumMod val="50000"/>
              <a:lumOff val="50000"/>
              <a:alpha val="60000"/>
            </a:schemeClr>
          </a:solidFill>
        </p:spPr>
        <p:txBody>
          <a:bodyPr/>
          <a:lstStyle/>
          <a:p>
            <a:br>
              <a:rPr lang="fr-FR" dirty="0"/>
            </a:br>
            <a:endParaRPr lang="fr-FR" dirty="0"/>
          </a:p>
        </p:txBody>
      </p:sp>
      <p:sp>
        <p:nvSpPr>
          <p:cNvPr id="5" name="Espace réservé de la date 4">
            <a:extLst>
              <a:ext uri="{FF2B5EF4-FFF2-40B4-BE49-F238E27FC236}">
                <a16:creationId xmlns:a16="http://schemas.microsoft.com/office/drawing/2014/main" id="{B6D69706-4CC8-3477-9095-D17C3F44A55A}"/>
              </a:ext>
            </a:extLst>
          </p:cNvPr>
          <p:cNvSpPr>
            <a:spLocks noGrp="1"/>
          </p:cNvSpPr>
          <p:nvPr>
            <p:ph type="dt" sz="half" idx="10"/>
          </p:nvPr>
        </p:nvSpPr>
        <p:spPr/>
        <p:txBody>
          <a:bodyPr/>
          <a:lstStyle/>
          <a:p>
            <a:r>
              <a:rPr lang="fr-FR" dirty="0"/>
              <a:t>Soitel Rémi</a:t>
            </a:r>
          </a:p>
        </p:txBody>
      </p:sp>
      <p:sp>
        <p:nvSpPr>
          <p:cNvPr id="6" name="Espace réservé du pied de page 5">
            <a:extLst>
              <a:ext uri="{FF2B5EF4-FFF2-40B4-BE49-F238E27FC236}">
                <a16:creationId xmlns:a16="http://schemas.microsoft.com/office/drawing/2014/main" id="{356D7E0A-373C-86FA-24FA-70A81010CAE0}"/>
              </a:ext>
            </a:extLst>
          </p:cNvPr>
          <p:cNvSpPr>
            <a:spLocks noGrp="1"/>
          </p:cNvSpPr>
          <p:nvPr>
            <p:ph type="ftr" sz="quarter" idx="11"/>
          </p:nvPr>
        </p:nvSpPr>
        <p:spPr/>
        <p:txBody>
          <a:bodyPr/>
          <a:lstStyle/>
          <a:p>
            <a:r>
              <a:rPr lang="fr-FR" dirty="0"/>
              <a:t>Stage M2 en Entreprise</a:t>
            </a:r>
          </a:p>
        </p:txBody>
      </p:sp>
      <p:sp>
        <p:nvSpPr>
          <p:cNvPr id="7" name="Espace réservé du numéro de diapositive 6">
            <a:extLst>
              <a:ext uri="{FF2B5EF4-FFF2-40B4-BE49-F238E27FC236}">
                <a16:creationId xmlns:a16="http://schemas.microsoft.com/office/drawing/2014/main" id="{53690DCD-F375-F17B-E215-B79BAB36B287}"/>
              </a:ext>
            </a:extLst>
          </p:cNvPr>
          <p:cNvSpPr>
            <a:spLocks noGrp="1"/>
          </p:cNvSpPr>
          <p:nvPr>
            <p:ph type="sldNum" sz="quarter" idx="12"/>
          </p:nvPr>
        </p:nvSpPr>
        <p:spPr/>
        <p:txBody>
          <a:bodyPr/>
          <a:lstStyle/>
          <a:p>
            <a:pPr rtl="0"/>
            <a:fld id="{11A71338-8BA2-4C79-A6C5-5A8E30081D0C}" type="slidenum">
              <a:rPr lang="fr-FR" noProof="0" smtClean="0"/>
              <a:pPr rtl="0"/>
              <a:t>14</a:t>
            </a:fld>
            <a:endParaRPr lang="fr-FR" noProof="0"/>
          </a:p>
        </p:txBody>
      </p:sp>
      <p:sp>
        <p:nvSpPr>
          <p:cNvPr id="11" name="Espace réservé du contenu 11">
            <a:extLst>
              <a:ext uri="{FF2B5EF4-FFF2-40B4-BE49-F238E27FC236}">
                <a16:creationId xmlns:a16="http://schemas.microsoft.com/office/drawing/2014/main" id="{3F3253A9-FF08-A91E-FA25-4605163B0831}"/>
              </a:ext>
            </a:extLst>
          </p:cNvPr>
          <p:cNvSpPr txBox="1">
            <a:spLocks/>
          </p:cNvSpPr>
          <p:nvPr/>
        </p:nvSpPr>
        <p:spPr>
          <a:xfrm>
            <a:off x="648726" y="358024"/>
            <a:ext cx="11341157"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bg1"/>
                </a:solidFill>
                <a:latin typeface="Posterama" panose="020B0504020200020000" pitchFamily="34" charset="0"/>
                <a:cs typeface="Posterama" panose="020B0504020200020000" pitchFamily="34" charset="0"/>
              </a:rPr>
              <a:t>Implémentation - Inpainting</a:t>
            </a:r>
          </a:p>
        </p:txBody>
      </p:sp>
      <p:pic>
        <p:nvPicPr>
          <p:cNvPr id="4" name="Image 3">
            <a:extLst>
              <a:ext uri="{FF2B5EF4-FFF2-40B4-BE49-F238E27FC236}">
                <a16:creationId xmlns:a16="http://schemas.microsoft.com/office/drawing/2014/main" id="{6BC6D394-B82A-72E5-8F49-ED1D28ECC9C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8726" y="1686707"/>
            <a:ext cx="4227872" cy="4227872"/>
          </a:xfrm>
          <a:prstGeom prst="rect">
            <a:avLst/>
          </a:prstGeom>
          <a:noFill/>
          <a:ln>
            <a:noFill/>
          </a:ln>
        </p:spPr>
      </p:pic>
      <p:pic>
        <p:nvPicPr>
          <p:cNvPr id="8" name="Image 7">
            <a:extLst>
              <a:ext uri="{FF2B5EF4-FFF2-40B4-BE49-F238E27FC236}">
                <a16:creationId xmlns:a16="http://schemas.microsoft.com/office/drawing/2014/main" id="{D0C07FC6-BA34-AEAB-907F-0BDC9B1887F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15402" y="1683906"/>
            <a:ext cx="4227872" cy="4253119"/>
          </a:xfrm>
          <a:prstGeom prst="rect">
            <a:avLst/>
          </a:prstGeom>
          <a:noFill/>
          <a:ln>
            <a:noFill/>
          </a:ln>
        </p:spPr>
      </p:pic>
      <p:sp>
        <p:nvSpPr>
          <p:cNvPr id="9" name="Espace réservé du contenu 11">
            <a:extLst>
              <a:ext uri="{FF2B5EF4-FFF2-40B4-BE49-F238E27FC236}">
                <a16:creationId xmlns:a16="http://schemas.microsoft.com/office/drawing/2014/main" id="{15FFF155-9FFE-964B-4778-B25F9EFCDE40}"/>
              </a:ext>
            </a:extLst>
          </p:cNvPr>
          <p:cNvSpPr txBox="1">
            <a:spLocks/>
          </p:cNvSpPr>
          <p:nvPr/>
        </p:nvSpPr>
        <p:spPr>
          <a:xfrm>
            <a:off x="5070245" y="3302932"/>
            <a:ext cx="2051509" cy="970174"/>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2200" dirty="0">
                <a:solidFill>
                  <a:schemeClr val="tx1"/>
                </a:solidFill>
              </a:rPr>
              <a:t>Avant/Après Inpainting</a:t>
            </a:r>
          </a:p>
        </p:txBody>
      </p:sp>
    </p:spTree>
    <p:extLst>
      <p:ext uri="{BB962C8B-B14F-4D97-AF65-F5344CB8AC3E}">
        <p14:creationId xmlns:p14="http://schemas.microsoft.com/office/powerpoint/2010/main" val="1991611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36F87-24D5-82F9-6B05-0614459DCFD4}"/>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9C73C954-66A4-2C35-93DD-C2A530937E93}"/>
              </a:ext>
            </a:extLst>
          </p:cNvPr>
          <p:cNvSpPr>
            <a:spLocks noGrp="1"/>
          </p:cNvSpPr>
          <p:nvPr>
            <p:ph type="ctrTitle"/>
          </p:nvPr>
        </p:nvSpPr>
        <p:spPr>
          <a:xfrm>
            <a:off x="-157316" y="-79855"/>
            <a:ext cx="12506632" cy="1603855"/>
          </a:xfrm>
          <a:solidFill>
            <a:schemeClr val="tx2">
              <a:lumMod val="50000"/>
              <a:lumOff val="50000"/>
              <a:alpha val="60000"/>
            </a:schemeClr>
          </a:solidFill>
        </p:spPr>
        <p:txBody>
          <a:bodyPr/>
          <a:lstStyle/>
          <a:p>
            <a:br>
              <a:rPr lang="fr-FR" dirty="0"/>
            </a:br>
            <a:endParaRPr lang="fr-FR" dirty="0"/>
          </a:p>
        </p:txBody>
      </p:sp>
      <p:sp>
        <p:nvSpPr>
          <p:cNvPr id="5" name="Espace réservé de la date 4">
            <a:extLst>
              <a:ext uri="{FF2B5EF4-FFF2-40B4-BE49-F238E27FC236}">
                <a16:creationId xmlns:a16="http://schemas.microsoft.com/office/drawing/2014/main" id="{2B774005-D61C-BE58-DAA5-DA9A6748B3D7}"/>
              </a:ext>
            </a:extLst>
          </p:cNvPr>
          <p:cNvSpPr>
            <a:spLocks noGrp="1"/>
          </p:cNvSpPr>
          <p:nvPr>
            <p:ph type="dt" sz="half" idx="10"/>
          </p:nvPr>
        </p:nvSpPr>
        <p:spPr/>
        <p:txBody>
          <a:bodyPr/>
          <a:lstStyle/>
          <a:p>
            <a:r>
              <a:rPr lang="fr-FR" dirty="0"/>
              <a:t>Soitel Rémi</a:t>
            </a:r>
          </a:p>
        </p:txBody>
      </p:sp>
      <p:sp>
        <p:nvSpPr>
          <p:cNvPr id="6" name="Espace réservé du pied de page 5">
            <a:extLst>
              <a:ext uri="{FF2B5EF4-FFF2-40B4-BE49-F238E27FC236}">
                <a16:creationId xmlns:a16="http://schemas.microsoft.com/office/drawing/2014/main" id="{AB9A5763-426C-CA5A-F4D2-EBE2E06C5CB3}"/>
              </a:ext>
            </a:extLst>
          </p:cNvPr>
          <p:cNvSpPr>
            <a:spLocks noGrp="1"/>
          </p:cNvSpPr>
          <p:nvPr>
            <p:ph type="ftr" sz="quarter" idx="11"/>
          </p:nvPr>
        </p:nvSpPr>
        <p:spPr/>
        <p:txBody>
          <a:bodyPr/>
          <a:lstStyle/>
          <a:p>
            <a:r>
              <a:rPr lang="fr-FR" dirty="0"/>
              <a:t>Stage M2 en Entreprise</a:t>
            </a:r>
          </a:p>
        </p:txBody>
      </p:sp>
      <p:sp>
        <p:nvSpPr>
          <p:cNvPr id="7" name="Espace réservé du numéro de diapositive 6">
            <a:extLst>
              <a:ext uri="{FF2B5EF4-FFF2-40B4-BE49-F238E27FC236}">
                <a16:creationId xmlns:a16="http://schemas.microsoft.com/office/drawing/2014/main" id="{62077CA0-49AE-5F74-D427-F628B1100BE3}"/>
              </a:ext>
            </a:extLst>
          </p:cNvPr>
          <p:cNvSpPr>
            <a:spLocks noGrp="1"/>
          </p:cNvSpPr>
          <p:nvPr>
            <p:ph type="sldNum" sz="quarter" idx="12"/>
          </p:nvPr>
        </p:nvSpPr>
        <p:spPr/>
        <p:txBody>
          <a:bodyPr/>
          <a:lstStyle/>
          <a:p>
            <a:pPr rtl="0"/>
            <a:fld id="{11A71338-8BA2-4C79-A6C5-5A8E30081D0C}" type="slidenum">
              <a:rPr lang="fr-FR" noProof="0" smtClean="0"/>
              <a:pPr rtl="0"/>
              <a:t>15</a:t>
            </a:fld>
            <a:endParaRPr lang="fr-FR" noProof="0"/>
          </a:p>
        </p:txBody>
      </p:sp>
      <p:sp>
        <p:nvSpPr>
          <p:cNvPr id="11" name="Espace réservé du contenu 11">
            <a:extLst>
              <a:ext uri="{FF2B5EF4-FFF2-40B4-BE49-F238E27FC236}">
                <a16:creationId xmlns:a16="http://schemas.microsoft.com/office/drawing/2014/main" id="{BD69DE3C-0EAC-0171-A149-9874D689CFD1}"/>
              </a:ext>
            </a:extLst>
          </p:cNvPr>
          <p:cNvSpPr txBox="1">
            <a:spLocks/>
          </p:cNvSpPr>
          <p:nvPr/>
        </p:nvSpPr>
        <p:spPr>
          <a:xfrm>
            <a:off x="648726" y="358024"/>
            <a:ext cx="11341157"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bg1"/>
                </a:solidFill>
                <a:latin typeface="Posterama" panose="020B0504020200020000" pitchFamily="34" charset="0"/>
                <a:cs typeface="Posterama" panose="020B0504020200020000" pitchFamily="34" charset="0"/>
              </a:rPr>
              <a:t>Implémentation - Traitement OpenCV</a:t>
            </a:r>
          </a:p>
        </p:txBody>
      </p:sp>
      <p:sp>
        <p:nvSpPr>
          <p:cNvPr id="2" name="Espace réservé du contenu 11">
            <a:extLst>
              <a:ext uri="{FF2B5EF4-FFF2-40B4-BE49-F238E27FC236}">
                <a16:creationId xmlns:a16="http://schemas.microsoft.com/office/drawing/2014/main" id="{33004E1A-25CE-D9FD-4A15-F74BCA84AA15}"/>
              </a:ext>
            </a:extLst>
          </p:cNvPr>
          <p:cNvSpPr txBox="1">
            <a:spLocks/>
          </p:cNvSpPr>
          <p:nvPr/>
        </p:nvSpPr>
        <p:spPr>
          <a:xfrm>
            <a:off x="457200" y="1664871"/>
            <a:ext cx="10733606" cy="4654967"/>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200" dirty="0">
                <a:solidFill>
                  <a:schemeClr val="tx1"/>
                </a:solidFill>
              </a:rPr>
              <a:t>• Pour que l’équipement ressemble à un vrai produit physique et pas à un simple autocollant collé au mur, on applique ces traitements :</a:t>
            </a:r>
          </a:p>
          <a:p>
            <a:r>
              <a:rPr lang="fr-FR" sz="2200" dirty="0">
                <a:solidFill>
                  <a:schemeClr val="tx1"/>
                </a:solidFill>
              </a:rPr>
              <a:t>    </a:t>
            </a:r>
            <a:r>
              <a:rPr lang="fr-FR" sz="2000" dirty="0">
                <a:solidFill>
                  <a:schemeClr val="tx1"/>
                </a:solidFill>
              </a:rPr>
              <a:t>• Déformation de perspective calculée à partir des 4 points de l’IA.</a:t>
            </a:r>
          </a:p>
          <a:p>
            <a:r>
              <a:rPr lang="fr-FR" sz="2000" dirty="0">
                <a:solidFill>
                  <a:schemeClr val="tx1"/>
                </a:solidFill>
              </a:rPr>
              <a:t>        </a:t>
            </a:r>
            <a:r>
              <a:rPr lang="fr-FR" sz="1800" dirty="0">
                <a:solidFill>
                  <a:schemeClr val="tx1"/>
                </a:solidFill>
              </a:rPr>
              <a:t>• « Modélisation 3D » par extrusion du contour en fonction de la profondeur réelle.</a:t>
            </a:r>
          </a:p>
          <a:p>
            <a:r>
              <a:rPr lang="fr-FR" sz="1800">
                <a:solidFill>
                  <a:schemeClr val="tx1"/>
                </a:solidFill>
              </a:rPr>
              <a:t>         • </a:t>
            </a:r>
            <a:r>
              <a:rPr lang="fr-FR" sz="1800" dirty="0">
                <a:solidFill>
                  <a:schemeClr val="tx1"/>
                </a:solidFill>
              </a:rPr>
              <a:t>Calcul d'un point de fuite central calqué sur l'appareil photo pour respecter la distorsion de l'objectif.</a:t>
            </a:r>
          </a:p>
          <a:p>
            <a:r>
              <a:rPr lang="fr-FR" sz="2000" dirty="0">
                <a:solidFill>
                  <a:schemeClr val="tx1"/>
                </a:solidFill>
              </a:rPr>
              <a:t>    • Adaptation automatique à l'éclairage de la pièce :</a:t>
            </a:r>
          </a:p>
          <a:p>
            <a:r>
              <a:rPr lang="fr-FR" sz="1800" dirty="0">
                <a:solidFill>
                  <a:schemeClr val="tx1"/>
                </a:solidFill>
              </a:rPr>
              <a:t>        • Filtres de Sobel pour orienter les ombres portées selon la vraie lumière du mur.</a:t>
            </a:r>
          </a:p>
          <a:p>
            <a:r>
              <a:rPr lang="fr-FR" sz="1800" dirty="0">
                <a:solidFill>
                  <a:schemeClr val="tx1"/>
                </a:solidFill>
              </a:rPr>
              <a:t>        • Passage en HSV pour que l'appareil absorbe la teinte ambiante et s'assombrisse si la zone est sombre.</a:t>
            </a:r>
          </a:p>
        </p:txBody>
      </p:sp>
    </p:spTree>
    <p:extLst>
      <p:ext uri="{BB962C8B-B14F-4D97-AF65-F5344CB8AC3E}">
        <p14:creationId xmlns:p14="http://schemas.microsoft.com/office/powerpoint/2010/main" val="2202298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C20DA-E03E-8175-DD27-42B3D23AAB0E}"/>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D478EB6A-4521-AA20-ADCC-1C3D5E8A2C1F}"/>
              </a:ext>
            </a:extLst>
          </p:cNvPr>
          <p:cNvSpPr>
            <a:spLocks noGrp="1"/>
          </p:cNvSpPr>
          <p:nvPr>
            <p:ph type="ctrTitle"/>
          </p:nvPr>
        </p:nvSpPr>
        <p:spPr>
          <a:xfrm>
            <a:off x="-157316" y="-79855"/>
            <a:ext cx="12506632" cy="1603855"/>
          </a:xfrm>
          <a:solidFill>
            <a:schemeClr val="tx2">
              <a:lumMod val="50000"/>
              <a:lumOff val="50000"/>
              <a:alpha val="60000"/>
            </a:schemeClr>
          </a:solidFill>
        </p:spPr>
        <p:txBody>
          <a:bodyPr/>
          <a:lstStyle/>
          <a:p>
            <a:br>
              <a:rPr lang="fr-FR" dirty="0"/>
            </a:br>
            <a:endParaRPr lang="fr-FR" dirty="0"/>
          </a:p>
        </p:txBody>
      </p:sp>
      <p:sp>
        <p:nvSpPr>
          <p:cNvPr id="5" name="Espace réservé de la date 4">
            <a:extLst>
              <a:ext uri="{FF2B5EF4-FFF2-40B4-BE49-F238E27FC236}">
                <a16:creationId xmlns:a16="http://schemas.microsoft.com/office/drawing/2014/main" id="{62A4F1AC-64DF-17D0-3734-EF388AC79240}"/>
              </a:ext>
            </a:extLst>
          </p:cNvPr>
          <p:cNvSpPr>
            <a:spLocks noGrp="1"/>
          </p:cNvSpPr>
          <p:nvPr>
            <p:ph type="dt" sz="half" idx="10"/>
          </p:nvPr>
        </p:nvSpPr>
        <p:spPr/>
        <p:txBody>
          <a:bodyPr/>
          <a:lstStyle/>
          <a:p>
            <a:r>
              <a:rPr lang="fr-FR" dirty="0"/>
              <a:t>Soitel Rémi</a:t>
            </a:r>
          </a:p>
        </p:txBody>
      </p:sp>
      <p:sp>
        <p:nvSpPr>
          <p:cNvPr id="6" name="Espace réservé du pied de page 5">
            <a:extLst>
              <a:ext uri="{FF2B5EF4-FFF2-40B4-BE49-F238E27FC236}">
                <a16:creationId xmlns:a16="http://schemas.microsoft.com/office/drawing/2014/main" id="{72511CF3-C93D-443B-2C1E-9182C9DA2C80}"/>
              </a:ext>
            </a:extLst>
          </p:cNvPr>
          <p:cNvSpPr>
            <a:spLocks noGrp="1"/>
          </p:cNvSpPr>
          <p:nvPr>
            <p:ph type="ftr" sz="quarter" idx="11"/>
          </p:nvPr>
        </p:nvSpPr>
        <p:spPr/>
        <p:txBody>
          <a:bodyPr/>
          <a:lstStyle/>
          <a:p>
            <a:r>
              <a:rPr lang="fr-FR" dirty="0"/>
              <a:t>Stage M2 en Entreprise</a:t>
            </a:r>
          </a:p>
        </p:txBody>
      </p:sp>
      <p:sp>
        <p:nvSpPr>
          <p:cNvPr id="7" name="Espace réservé du numéro de diapositive 6">
            <a:extLst>
              <a:ext uri="{FF2B5EF4-FFF2-40B4-BE49-F238E27FC236}">
                <a16:creationId xmlns:a16="http://schemas.microsoft.com/office/drawing/2014/main" id="{85205912-6187-7C5C-C35D-198EBF860310}"/>
              </a:ext>
            </a:extLst>
          </p:cNvPr>
          <p:cNvSpPr>
            <a:spLocks noGrp="1"/>
          </p:cNvSpPr>
          <p:nvPr>
            <p:ph type="sldNum" sz="quarter" idx="12"/>
          </p:nvPr>
        </p:nvSpPr>
        <p:spPr/>
        <p:txBody>
          <a:bodyPr/>
          <a:lstStyle/>
          <a:p>
            <a:pPr rtl="0"/>
            <a:fld id="{11A71338-8BA2-4C79-A6C5-5A8E30081D0C}" type="slidenum">
              <a:rPr lang="fr-FR" noProof="0" smtClean="0"/>
              <a:pPr rtl="0"/>
              <a:t>16</a:t>
            </a:fld>
            <a:endParaRPr lang="fr-FR" noProof="0"/>
          </a:p>
        </p:txBody>
      </p:sp>
      <p:sp>
        <p:nvSpPr>
          <p:cNvPr id="11" name="Espace réservé du contenu 11">
            <a:extLst>
              <a:ext uri="{FF2B5EF4-FFF2-40B4-BE49-F238E27FC236}">
                <a16:creationId xmlns:a16="http://schemas.microsoft.com/office/drawing/2014/main" id="{6D8ABCAE-532C-D5A3-CE41-3E9579D90B67}"/>
              </a:ext>
            </a:extLst>
          </p:cNvPr>
          <p:cNvSpPr txBox="1">
            <a:spLocks/>
          </p:cNvSpPr>
          <p:nvPr/>
        </p:nvSpPr>
        <p:spPr>
          <a:xfrm>
            <a:off x="648726" y="358024"/>
            <a:ext cx="11341157"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bg1"/>
                </a:solidFill>
                <a:latin typeface="Posterama" panose="020B0504020200020000" pitchFamily="34" charset="0"/>
                <a:cs typeface="Posterama" panose="020B0504020200020000" pitchFamily="34" charset="0"/>
              </a:rPr>
              <a:t>Implémentation - Traitement OpenCV</a:t>
            </a:r>
          </a:p>
        </p:txBody>
      </p:sp>
      <p:sp>
        <p:nvSpPr>
          <p:cNvPr id="9" name="Espace réservé du contenu 11">
            <a:extLst>
              <a:ext uri="{FF2B5EF4-FFF2-40B4-BE49-F238E27FC236}">
                <a16:creationId xmlns:a16="http://schemas.microsoft.com/office/drawing/2014/main" id="{7F124C0D-976C-129D-6A9A-014F1E568486}"/>
              </a:ext>
            </a:extLst>
          </p:cNvPr>
          <p:cNvSpPr txBox="1">
            <a:spLocks/>
          </p:cNvSpPr>
          <p:nvPr/>
        </p:nvSpPr>
        <p:spPr>
          <a:xfrm>
            <a:off x="1193697" y="5349664"/>
            <a:ext cx="4312368" cy="970174"/>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2200" dirty="0">
                <a:solidFill>
                  <a:schemeClr val="tx1"/>
                </a:solidFill>
              </a:rPr>
              <a:t>Première Incrustation d’une clim au début du stage</a:t>
            </a:r>
          </a:p>
        </p:txBody>
      </p:sp>
      <p:pic>
        <p:nvPicPr>
          <p:cNvPr id="2" name="Image 1">
            <a:extLst>
              <a:ext uri="{FF2B5EF4-FFF2-40B4-BE49-F238E27FC236}">
                <a16:creationId xmlns:a16="http://schemas.microsoft.com/office/drawing/2014/main" id="{4E730B8A-1F3C-7732-0F42-D4189FDBD8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457200" y="1679227"/>
            <a:ext cx="5538856" cy="3600696"/>
          </a:xfrm>
          <a:prstGeom prst="rect">
            <a:avLst/>
          </a:prstGeom>
          <a:noFill/>
          <a:ln>
            <a:noFill/>
          </a:ln>
        </p:spPr>
      </p:pic>
      <p:pic>
        <p:nvPicPr>
          <p:cNvPr id="10" name="Image 9">
            <a:extLst>
              <a:ext uri="{FF2B5EF4-FFF2-40B4-BE49-F238E27FC236}">
                <a16:creationId xmlns:a16="http://schemas.microsoft.com/office/drawing/2014/main" id="{3C56BFE2-6FCF-01A5-F394-EC6DC8A60C57}"/>
              </a:ext>
            </a:extLst>
          </p:cNvPr>
          <p:cNvPicPr>
            <a:picLocks noChangeAspect="1"/>
          </p:cNvPicPr>
          <p:nvPr/>
        </p:nvPicPr>
        <p:blipFill>
          <a:blip r:embed="rId3" cstate="print">
            <a:extLst>
              <a:ext uri="{28A0092B-C50C-407E-A947-70E740481C1C}">
                <a14:useLocalDpi xmlns:a14="http://schemas.microsoft.com/office/drawing/2010/main" val="0"/>
              </a:ext>
            </a:extLst>
          </a:blip>
          <a:srcRect t="27345"/>
          <a:stretch>
            <a:fillRect/>
          </a:stretch>
        </p:blipFill>
        <p:spPr bwMode="auto">
          <a:xfrm>
            <a:off x="6469627" y="1679227"/>
            <a:ext cx="4955852" cy="3600696"/>
          </a:xfrm>
          <a:prstGeom prst="rect">
            <a:avLst/>
          </a:prstGeom>
          <a:noFill/>
          <a:ln>
            <a:noFill/>
          </a:ln>
        </p:spPr>
      </p:pic>
      <p:sp>
        <p:nvSpPr>
          <p:cNvPr id="12" name="Espace réservé du contenu 11">
            <a:extLst>
              <a:ext uri="{FF2B5EF4-FFF2-40B4-BE49-F238E27FC236}">
                <a16:creationId xmlns:a16="http://schemas.microsoft.com/office/drawing/2014/main" id="{6CBE565D-D2CD-3FAF-8566-D204CD9F562B}"/>
              </a:ext>
            </a:extLst>
          </p:cNvPr>
          <p:cNvSpPr txBox="1">
            <a:spLocks/>
          </p:cNvSpPr>
          <p:nvPr/>
        </p:nvSpPr>
        <p:spPr>
          <a:xfrm>
            <a:off x="7335062" y="5349664"/>
            <a:ext cx="3224981" cy="970174"/>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2200" dirty="0">
                <a:solidFill>
                  <a:schemeClr val="tx1"/>
                </a:solidFill>
              </a:rPr>
              <a:t>Incrustation actuelle d’une unité extérieure</a:t>
            </a:r>
          </a:p>
        </p:txBody>
      </p:sp>
    </p:spTree>
    <p:extLst>
      <p:ext uri="{BB962C8B-B14F-4D97-AF65-F5344CB8AC3E}">
        <p14:creationId xmlns:p14="http://schemas.microsoft.com/office/powerpoint/2010/main" val="843953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AE893-B377-27E0-98C0-5DEAA889E546}"/>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1AEA7548-3C25-FECD-53A2-EDF2527CF16D}"/>
              </a:ext>
            </a:extLst>
          </p:cNvPr>
          <p:cNvSpPr>
            <a:spLocks noGrp="1"/>
          </p:cNvSpPr>
          <p:nvPr>
            <p:ph type="ctrTitle"/>
          </p:nvPr>
        </p:nvSpPr>
        <p:spPr>
          <a:xfrm>
            <a:off x="-157316" y="-79855"/>
            <a:ext cx="9085006" cy="1662849"/>
          </a:xfrm>
          <a:solidFill>
            <a:schemeClr val="tx2">
              <a:lumMod val="50000"/>
              <a:lumOff val="50000"/>
              <a:alpha val="60000"/>
            </a:schemeClr>
          </a:solidFill>
        </p:spPr>
        <p:txBody>
          <a:bodyPr/>
          <a:lstStyle/>
          <a:p>
            <a:br>
              <a:rPr lang="fr-FR" dirty="0"/>
            </a:br>
            <a:endParaRPr lang="fr-FR" dirty="0"/>
          </a:p>
        </p:txBody>
      </p:sp>
      <p:sp>
        <p:nvSpPr>
          <p:cNvPr id="5" name="Espace réservé de la date 4">
            <a:extLst>
              <a:ext uri="{FF2B5EF4-FFF2-40B4-BE49-F238E27FC236}">
                <a16:creationId xmlns:a16="http://schemas.microsoft.com/office/drawing/2014/main" id="{2B7D903B-476B-7B56-BAD4-0B0EB41792F3}"/>
              </a:ext>
            </a:extLst>
          </p:cNvPr>
          <p:cNvSpPr>
            <a:spLocks noGrp="1"/>
          </p:cNvSpPr>
          <p:nvPr>
            <p:ph type="dt" sz="half" idx="10"/>
          </p:nvPr>
        </p:nvSpPr>
        <p:spPr/>
        <p:txBody>
          <a:bodyPr/>
          <a:lstStyle/>
          <a:p>
            <a:r>
              <a:rPr lang="fr-FR" dirty="0"/>
              <a:t>Soitel Rémi</a:t>
            </a:r>
          </a:p>
        </p:txBody>
      </p:sp>
      <p:sp>
        <p:nvSpPr>
          <p:cNvPr id="6" name="Espace réservé du pied de page 5">
            <a:extLst>
              <a:ext uri="{FF2B5EF4-FFF2-40B4-BE49-F238E27FC236}">
                <a16:creationId xmlns:a16="http://schemas.microsoft.com/office/drawing/2014/main" id="{EEFF620A-3A4A-0416-5BDD-FB6DD5E3D7B8}"/>
              </a:ext>
            </a:extLst>
          </p:cNvPr>
          <p:cNvSpPr>
            <a:spLocks noGrp="1"/>
          </p:cNvSpPr>
          <p:nvPr>
            <p:ph type="ftr" sz="quarter" idx="11"/>
          </p:nvPr>
        </p:nvSpPr>
        <p:spPr/>
        <p:txBody>
          <a:bodyPr/>
          <a:lstStyle/>
          <a:p>
            <a:r>
              <a:rPr lang="fr-FR" dirty="0"/>
              <a:t>Stage M2 en Entreprise</a:t>
            </a:r>
          </a:p>
        </p:txBody>
      </p:sp>
      <p:sp>
        <p:nvSpPr>
          <p:cNvPr id="7" name="Espace réservé du numéro de diapositive 6">
            <a:extLst>
              <a:ext uri="{FF2B5EF4-FFF2-40B4-BE49-F238E27FC236}">
                <a16:creationId xmlns:a16="http://schemas.microsoft.com/office/drawing/2014/main" id="{D83A7180-9435-5043-6A78-94A2AAA0A989}"/>
              </a:ext>
            </a:extLst>
          </p:cNvPr>
          <p:cNvSpPr>
            <a:spLocks noGrp="1"/>
          </p:cNvSpPr>
          <p:nvPr>
            <p:ph type="sldNum" sz="quarter" idx="12"/>
          </p:nvPr>
        </p:nvSpPr>
        <p:spPr/>
        <p:txBody>
          <a:bodyPr/>
          <a:lstStyle/>
          <a:p>
            <a:pPr rtl="0"/>
            <a:fld id="{11A71338-8BA2-4C79-A6C5-5A8E30081D0C}" type="slidenum">
              <a:rPr lang="fr-FR" noProof="0" smtClean="0"/>
              <a:pPr rtl="0"/>
              <a:t>17</a:t>
            </a:fld>
            <a:endParaRPr lang="fr-FR" noProof="0" dirty="0"/>
          </a:p>
        </p:txBody>
      </p:sp>
      <p:sp>
        <p:nvSpPr>
          <p:cNvPr id="11" name="Espace réservé du contenu 11">
            <a:extLst>
              <a:ext uri="{FF2B5EF4-FFF2-40B4-BE49-F238E27FC236}">
                <a16:creationId xmlns:a16="http://schemas.microsoft.com/office/drawing/2014/main" id="{B5B033FB-87BB-680A-2DE8-704522DE835B}"/>
              </a:ext>
            </a:extLst>
          </p:cNvPr>
          <p:cNvSpPr txBox="1">
            <a:spLocks/>
          </p:cNvSpPr>
          <p:nvPr/>
        </p:nvSpPr>
        <p:spPr>
          <a:xfrm>
            <a:off x="648726" y="358024"/>
            <a:ext cx="11341157"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bg1"/>
                </a:solidFill>
                <a:latin typeface="Posterama" panose="020B0504020200020000" pitchFamily="34" charset="0"/>
                <a:cs typeface="Posterama" panose="020B0504020200020000" pitchFamily="34" charset="0"/>
              </a:rPr>
              <a:t>Implémentation - UI Flutter</a:t>
            </a:r>
          </a:p>
        </p:txBody>
      </p:sp>
      <p:sp>
        <p:nvSpPr>
          <p:cNvPr id="2" name="Espace réservé du contenu 11">
            <a:extLst>
              <a:ext uri="{FF2B5EF4-FFF2-40B4-BE49-F238E27FC236}">
                <a16:creationId xmlns:a16="http://schemas.microsoft.com/office/drawing/2014/main" id="{BA0B5E09-6196-EDE6-84DB-8A4C5675F82B}"/>
              </a:ext>
            </a:extLst>
          </p:cNvPr>
          <p:cNvSpPr txBox="1">
            <a:spLocks/>
          </p:cNvSpPr>
          <p:nvPr/>
        </p:nvSpPr>
        <p:spPr>
          <a:xfrm>
            <a:off x="457200" y="1664871"/>
            <a:ext cx="8323006" cy="4654967"/>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200" dirty="0">
                <a:solidFill>
                  <a:schemeClr val="tx1"/>
                </a:solidFill>
              </a:rPr>
              <a:t>• Nous avons développer l’interface utilisateur dont voici l’écran d’accueil où l’on assiste l'artisan pour prendre la meilleure photo possible :</a:t>
            </a:r>
          </a:p>
          <a:p>
            <a:r>
              <a:rPr lang="fr-FR" sz="2000" dirty="0">
                <a:solidFill>
                  <a:schemeClr val="tx1"/>
                </a:solidFill>
              </a:rPr>
              <a:t>    • Niveau à bulle gyroscopique : Utilise l'accéléromètre pour   s'assurer que l'artisan est bien de face par rapport au mur. Le viseur passe au vert uniquement quand le smartphone est parfaitement droit. </a:t>
            </a:r>
          </a:p>
          <a:p>
            <a:r>
              <a:rPr lang="fr-FR" sz="2000" dirty="0">
                <a:solidFill>
                  <a:schemeClr val="tx1"/>
                </a:solidFill>
              </a:rPr>
              <a:t>    • Des performances fluides dès l'allumage pour pas que ça rame avec un préchargement des modèles d'IA en tâche de fond pour éviter les latences au moment de prendre la photo et des « </a:t>
            </a:r>
            <a:r>
              <a:rPr lang="fr-FR" sz="2000" dirty="0" err="1">
                <a:solidFill>
                  <a:schemeClr val="tx1"/>
                </a:solidFill>
              </a:rPr>
              <a:t>isolate</a:t>
            </a:r>
            <a:r>
              <a:rPr lang="fr-FR" sz="2000" dirty="0">
                <a:solidFill>
                  <a:schemeClr val="tx1"/>
                </a:solidFill>
              </a:rPr>
              <a:t> » dédié en arrière-plan pour compresser et optimiser l'image dès sa capture sans figer l'interface.</a:t>
            </a:r>
          </a:p>
        </p:txBody>
      </p:sp>
      <p:pic>
        <p:nvPicPr>
          <p:cNvPr id="9" name="Image 8">
            <a:extLst>
              <a:ext uri="{FF2B5EF4-FFF2-40B4-BE49-F238E27FC236}">
                <a16:creationId xmlns:a16="http://schemas.microsoft.com/office/drawing/2014/main" id="{175E91CC-226D-2515-4ABF-B6CF0B5C69DA}"/>
              </a:ext>
            </a:extLst>
          </p:cNvPr>
          <p:cNvPicPr>
            <a:picLocks noChangeAspect="1"/>
          </p:cNvPicPr>
          <p:nvPr/>
        </p:nvPicPr>
        <p:blipFill>
          <a:blip r:embed="rId2"/>
          <a:srcRect/>
          <a:stretch/>
        </p:blipFill>
        <p:spPr bwMode="auto">
          <a:xfrm>
            <a:off x="8927690" y="3869"/>
            <a:ext cx="3264310" cy="7245365"/>
          </a:xfrm>
          <a:prstGeom prst="rect">
            <a:avLst/>
          </a:prstGeom>
          <a:noFill/>
          <a:ln>
            <a:noFill/>
          </a:ln>
        </p:spPr>
      </p:pic>
    </p:spTree>
    <p:extLst>
      <p:ext uri="{BB962C8B-B14F-4D97-AF65-F5344CB8AC3E}">
        <p14:creationId xmlns:p14="http://schemas.microsoft.com/office/powerpoint/2010/main" val="734892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6D574-B8D1-C81C-67CA-C85C849FA9A9}"/>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0AD850C1-AB48-6C1F-882E-A4093C8D8F27}"/>
              </a:ext>
            </a:extLst>
          </p:cNvPr>
          <p:cNvSpPr>
            <a:spLocks noGrp="1"/>
          </p:cNvSpPr>
          <p:nvPr>
            <p:ph type="ctrTitle"/>
          </p:nvPr>
        </p:nvSpPr>
        <p:spPr>
          <a:xfrm>
            <a:off x="-157316" y="-79855"/>
            <a:ext cx="9085006" cy="1638422"/>
          </a:xfrm>
          <a:solidFill>
            <a:schemeClr val="tx2">
              <a:lumMod val="50000"/>
              <a:lumOff val="50000"/>
              <a:alpha val="60000"/>
            </a:schemeClr>
          </a:solidFill>
        </p:spPr>
        <p:txBody>
          <a:bodyPr/>
          <a:lstStyle/>
          <a:p>
            <a:br>
              <a:rPr lang="fr-FR" dirty="0"/>
            </a:br>
            <a:endParaRPr lang="fr-FR" dirty="0"/>
          </a:p>
        </p:txBody>
      </p:sp>
      <p:sp>
        <p:nvSpPr>
          <p:cNvPr id="5" name="Espace réservé de la date 4">
            <a:extLst>
              <a:ext uri="{FF2B5EF4-FFF2-40B4-BE49-F238E27FC236}">
                <a16:creationId xmlns:a16="http://schemas.microsoft.com/office/drawing/2014/main" id="{C31DE097-0174-81E5-795A-871841AE204E}"/>
              </a:ext>
            </a:extLst>
          </p:cNvPr>
          <p:cNvSpPr>
            <a:spLocks noGrp="1"/>
          </p:cNvSpPr>
          <p:nvPr>
            <p:ph type="dt" sz="half" idx="10"/>
          </p:nvPr>
        </p:nvSpPr>
        <p:spPr/>
        <p:txBody>
          <a:bodyPr/>
          <a:lstStyle/>
          <a:p>
            <a:r>
              <a:rPr lang="fr-FR" dirty="0"/>
              <a:t>Soitel Rémi</a:t>
            </a:r>
          </a:p>
        </p:txBody>
      </p:sp>
      <p:sp>
        <p:nvSpPr>
          <p:cNvPr id="6" name="Espace réservé du pied de page 5">
            <a:extLst>
              <a:ext uri="{FF2B5EF4-FFF2-40B4-BE49-F238E27FC236}">
                <a16:creationId xmlns:a16="http://schemas.microsoft.com/office/drawing/2014/main" id="{C74E39C6-1986-3CA0-0C9E-439F61E00EA9}"/>
              </a:ext>
            </a:extLst>
          </p:cNvPr>
          <p:cNvSpPr>
            <a:spLocks noGrp="1"/>
          </p:cNvSpPr>
          <p:nvPr>
            <p:ph type="ftr" sz="quarter" idx="11"/>
          </p:nvPr>
        </p:nvSpPr>
        <p:spPr/>
        <p:txBody>
          <a:bodyPr/>
          <a:lstStyle/>
          <a:p>
            <a:r>
              <a:rPr lang="fr-FR" dirty="0"/>
              <a:t>Stage M2 en Entreprise</a:t>
            </a:r>
          </a:p>
        </p:txBody>
      </p:sp>
      <p:sp>
        <p:nvSpPr>
          <p:cNvPr id="7" name="Espace réservé du numéro de diapositive 6">
            <a:extLst>
              <a:ext uri="{FF2B5EF4-FFF2-40B4-BE49-F238E27FC236}">
                <a16:creationId xmlns:a16="http://schemas.microsoft.com/office/drawing/2014/main" id="{91FE89C8-9706-E408-B0A5-699BE10F6E89}"/>
              </a:ext>
            </a:extLst>
          </p:cNvPr>
          <p:cNvSpPr>
            <a:spLocks noGrp="1"/>
          </p:cNvSpPr>
          <p:nvPr>
            <p:ph type="sldNum" sz="quarter" idx="12"/>
          </p:nvPr>
        </p:nvSpPr>
        <p:spPr/>
        <p:txBody>
          <a:bodyPr/>
          <a:lstStyle/>
          <a:p>
            <a:pPr rtl="0"/>
            <a:fld id="{11A71338-8BA2-4C79-A6C5-5A8E30081D0C}" type="slidenum">
              <a:rPr lang="fr-FR" noProof="0" smtClean="0"/>
              <a:pPr rtl="0"/>
              <a:t>18</a:t>
            </a:fld>
            <a:endParaRPr lang="fr-FR" noProof="0"/>
          </a:p>
        </p:txBody>
      </p:sp>
      <p:sp>
        <p:nvSpPr>
          <p:cNvPr id="11" name="Espace réservé du contenu 11">
            <a:extLst>
              <a:ext uri="{FF2B5EF4-FFF2-40B4-BE49-F238E27FC236}">
                <a16:creationId xmlns:a16="http://schemas.microsoft.com/office/drawing/2014/main" id="{2688F14C-19F7-7AD0-84DF-99864E8A2CBC}"/>
              </a:ext>
            </a:extLst>
          </p:cNvPr>
          <p:cNvSpPr txBox="1">
            <a:spLocks/>
          </p:cNvSpPr>
          <p:nvPr/>
        </p:nvSpPr>
        <p:spPr>
          <a:xfrm>
            <a:off x="648726" y="358024"/>
            <a:ext cx="11341157"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bg1"/>
                </a:solidFill>
                <a:latin typeface="Posterama" panose="020B0504020200020000" pitchFamily="34" charset="0"/>
                <a:cs typeface="Posterama" panose="020B0504020200020000" pitchFamily="34" charset="0"/>
              </a:rPr>
              <a:t>Implémentation - UI Flutter</a:t>
            </a:r>
          </a:p>
        </p:txBody>
      </p:sp>
      <p:sp>
        <p:nvSpPr>
          <p:cNvPr id="2" name="Espace réservé du contenu 11">
            <a:extLst>
              <a:ext uri="{FF2B5EF4-FFF2-40B4-BE49-F238E27FC236}">
                <a16:creationId xmlns:a16="http://schemas.microsoft.com/office/drawing/2014/main" id="{D0D20A4C-FE76-B889-59F8-64F52113F8DC}"/>
              </a:ext>
            </a:extLst>
          </p:cNvPr>
          <p:cNvSpPr txBox="1">
            <a:spLocks/>
          </p:cNvSpPr>
          <p:nvPr/>
        </p:nvSpPr>
        <p:spPr>
          <a:xfrm>
            <a:off x="457200" y="1614100"/>
            <a:ext cx="8323006" cy="4654967"/>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200" dirty="0">
                <a:solidFill>
                  <a:schemeClr val="tx1"/>
                </a:solidFill>
              </a:rPr>
              <a:t>• Et voici l’écran de traitement :</a:t>
            </a:r>
          </a:p>
          <a:p>
            <a:r>
              <a:rPr lang="fr-FR" sz="2000" dirty="0">
                <a:solidFill>
                  <a:schemeClr val="tx1"/>
                </a:solidFill>
              </a:rPr>
              <a:t>    • Déplacement fluide des appareils au doigt (Avec bouton annulation de celle-ci) et catalogue accessible en bas dans des catégories pour se repérer.</a:t>
            </a:r>
          </a:p>
          <a:p>
            <a:r>
              <a:rPr lang="fr-FR" sz="2000" dirty="0">
                <a:solidFill>
                  <a:schemeClr val="tx1"/>
                </a:solidFill>
              </a:rPr>
              <a:t>    • Possibilité de zoomer sur l’image et de sauvegarder une photo de l’incrustation.</a:t>
            </a:r>
          </a:p>
          <a:p>
            <a:r>
              <a:rPr lang="fr-FR" sz="2000" dirty="0">
                <a:solidFill>
                  <a:schemeClr val="tx1"/>
                </a:solidFill>
              </a:rPr>
              <a:t>    • Tracé des goulottes en plastique sur un mode accessible via un bouton. Traçage en dégradé et bloqué à 90° pour faire propre avec une loupe de précision dynamique au-dessus du doigt pour ajuster les goulottes au millimètre.</a:t>
            </a:r>
          </a:p>
          <a:p>
            <a:r>
              <a:rPr lang="fr-FR" sz="2000" dirty="0">
                <a:solidFill>
                  <a:schemeClr val="tx1"/>
                </a:solidFill>
              </a:rPr>
              <a:t>    • Slider de comparaison pour balayer l'écran et voir le mur « Avant / Après » en temps réel.</a:t>
            </a:r>
          </a:p>
        </p:txBody>
      </p:sp>
      <p:pic>
        <p:nvPicPr>
          <p:cNvPr id="9" name="Image 8">
            <a:extLst>
              <a:ext uri="{FF2B5EF4-FFF2-40B4-BE49-F238E27FC236}">
                <a16:creationId xmlns:a16="http://schemas.microsoft.com/office/drawing/2014/main" id="{31C48B58-D936-B071-73E3-BABFA8F4C42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8927690" y="0"/>
            <a:ext cx="3264310" cy="7253104"/>
          </a:xfrm>
          <a:prstGeom prst="rect">
            <a:avLst/>
          </a:prstGeom>
          <a:noFill/>
          <a:ln>
            <a:noFill/>
          </a:ln>
        </p:spPr>
      </p:pic>
    </p:spTree>
    <p:extLst>
      <p:ext uri="{BB962C8B-B14F-4D97-AF65-F5344CB8AC3E}">
        <p14:creationId xmlns:p14="http://schemas.microsoft.com/office/powerpoint/2010/main" val="2846140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texte 7">
            <a:extLst>
              <a:ext uri="{FF2B5EF4-FFF2-40B4-BE49-F238E27FC236}">
                <a16:creationId xmlns:a16="http://schemas.microsoft.com/office/drawing/2014/main" id="{C79A8E3F-93D9-4537-8EDE-FDC549A23D6F}"/>
              </a:ext>
            </a:extLst>
          </p:cNvPr>
          <p:cNvSpPr>
            <a:spLocks noGrp="1"/>
          </p:cNvSpPr>
          <p:nvPr>
            <p:ph type="body" sz="quarter" idx="13"/>
          </p:nvPr>
        </p:nvSpPr>
        <p:spPr>
          <a:xfrm>
            <a:off x="319757" y="1816398"/>
            <a:ext cx="3661357" cy="772972"/>
          </a:xfrm>
        </p:spPr>
        <p:txBody>
          <a:bodyPr rtlCol="0"/>
          <a:lstStyle/>
          <a:p>
            <a:pPr algn="ctr" rtl="0"/>
            <a:r>
              <a:rPr lang="fr-FR" dirty="0"/>
              <a:t>OpenCV</a:t>
            </a:r>
          </a:p>
        </p:txBody>
      </p:sp>
      <p:sp>
        <p:nvSpPr>
          <p:cNvPr id="9" name="Espace réservé du texte 8">
            <a:extLst>
              <a:ext uri="{FF2B5EF4-FFF2-40B4-BE49-F238E27FC236}">
                <a16:creationId xmlns:a16="http://schemas.microsoft.com/office/drawing/2014/main" id="{C1B07174-78A3-4D00-8D26-99F6F12FA3EA}"/>
              </a:ext>
            </a:extLst>
          </p:cNvPr>
          <p:cNvSpPr>
            <a:spLocks noGrp="1"/>
          </p:cNvSpPr>
          <p:nvPr>
            <p:ph type="body" sz="quarter" idx="15"/>
          </p:nvPr>
        </p:nvSpPr>
        <p:spPr>
          <a:xfrm>
            <a:off x="319280" y="2595913"/>
            <a:ext cx="3661357" cy="3666574"/>
          </a:xfrm>
        </p:spPr>
        <p:txBody>
          <a:bodyPr rtlCol="0"/>
          <a:lstStyle/>
          <a:p>
            <a:pPr rtl="0"/>
            <a:r>
              <a:rPr lang="fr-FR" dirty="0"/>
              <a:t>Optimiser les calculs lourds pour qu’ils se fassent plus vite.</a:t>
            </a:r>
          </a:p>
          <a:p>
            <a:pPr rtl="0"/>
            <a:r>
              <a:rPr lang="fr-FR" dirty="0"/>
              <a:t>Mieux gérer le premier plan en ajoutant un outil de gomme pour effacer l’équipement et faire passer des plantes, meubles, ect… par dessus</a:t>
            </a:r>
          </a:p>
        </p:txBody>
      </p:sp>
      <p:sp>
        <p:nvSpPr>
          <p:cNvPr id="10" name="Espace réservé du texte 9">
            <a:extLst>
              <a:ext uri="{FF2B5EF4-FFF2-40B4-BE49-F238E27FC236}">
                <a16:creationId xmlns:a16="http://schemas.microsoft.com/office/drawing/2014/main" id="{815D0413-8CFE-4718-93F3-67A88B326583}"/>
              </a:ext>
            </a:extLst>
          </p:cNvPr>
          <p:cNvSpPr>
            <a:spLocks noGrp="1"/>
          </p:cNvSpPr>
          <p:nvPr>
            <p:ph type="body" sz="quarter" idx="16"/>
          </p:nvPr>
        </p:nvSpPr>
        <p:spPr>
          <a:xfrm>
            <a:off x="4251938" y="1822941"/>
            <a:ext cx="3661357" cy="772972"/>
          </a:xfrm>
        </p:spPr>
        <p:txBody>
          <a:bodyPr rtlCol="0"/>
          <a:lstStyle/>
          <a:p>
            <a:pPr algn="ctr" rtl="0"/>
            <a:r>
              <a:rPr lang="fr-FR" dirty="0"/>
              <a:t>IA de Détection</a:t>
            </a:r>
          </a:p>
        </p:txBody>
      </p:sp>
      <p:sp>
        <p:nvSpPr>
          <p:cNvPr id="11" name="Espace réservé du texte 10">
            <a:extLst>
              <a:ext uri="{FF2B5EF4-FFF2-40B4-BE49-F238E27FC236}">
                <a16:creationId xmlns:a16="http://schemas.microsoft.com/office/drawing/2014/main" id="{00F6764E-3DD5-4D12-BA53-FB91854AED2E}"/>
              </a:ext>
            </a:extLst>
          </p:cNvPr>
          <p:cNvSpPr>
            <a:spLocks noGrp="1"/>
          </p:cNvSpPr>
          <p:nvPr>
            <p:ph type="body" sz="quarter" idx="17"/>
          </p:nvPr>
        </p:nvSpPr>
        <p:spPr>
          <a:xfrm>
            <a:off x="4251461" y="2602456"/>
            <a:ext cx="3661357" cy="3119437"/>
          </a:xfrm>
        </p:spPr>
        <p:txBody>
          <a:bodyPr rtlCol="0"/>
          <a:lstStyle/>
          <a:p>
            <a:pPr rtl="0"/>
            <a:r>
              <a:rPr lang="fr-FR" dirty="0"/>
              <a:t>Amélioration de la détection de l’autocollant lors des contre-jours.</a:t>
            </a:r>
          </a:p>
          <a:p>
            <a:pPr rtl="0"/>
            <a:r>
              <a:rPr lang="fr-FR" dirty="0"/>
              <a:t>Amélioration globale du dataset en cas d’autre galère de détection.</a:t>
            </a:r>
          </a:p>
          <a:p>
            <a:pPr rtl="0"/>
            <a:r>
              <a:rPr lang="fr-FR" dirty="0"/>
              <a:t>S’affranchir de l’autocollant si possible</a:t>
            </a:r>
          </a:p>
        </p:txBody>
      </p:sp>
      <p:sp>
        <p:nvSpPr>
          <p:cNvPr id="12" name="Espace réservé du texte 11">
            <a:extLst>
              <a:ext uri="{FF2B5EF4-FFF2-40B4-BE49-F238E27FC236}">
                <a16:creationId xmlns:a16="http://schemas.microsoft.com/office/drawing/2014/main" id="{F148212B-3F38-4450-B9E5-E053B8E897C6}"/>
              </a:ext>
            </a:extLst>
          </p:cNvPr>
          <p:cNvSpPr>
            <a:spLocks noGrp="1"/>
          </p:cNvSpPr>
          <p:nvPr>
            <p:ph type="body" sz="quarter" idx="18"/>
          </p:nvPr>
        </p:nvSpPr>
        <p:spPr>
          <a:xfrm>
            <a:off x="8183642" y="1822661"/>
            <a:ext cx="3661357" cy="772972"/>
          </a:xfrm>
        </p:spPr>
        <p:txBody>
          <a:bodyPr rtlCol="0"/>
          <a:lstStyle/>
          <a:p>
            <a:pPr algn="ctr" rtl="0"/>
            <a:r>
              <a:rPr lang="fr-FR" dirty="0"/>
              <a:t>L’Application</a:t>
            </a:r>
          </a:p>
        </p:txBody>
      </p:sp>
      <p:sp>
        <p:nvSpPr>
          <p:cNvPr id="13" name="Espace réservé du texte 12">
            <a:extLst>
              <a:ext uri="{FF2B5EF4-FFF2-40B4-BE49-F238E27FC236}">
                <a16:creationId xmlns:a16="http://schemas.microsoft.com/office/drawing/2014/main" id="{4933DB9E-3E01-4933-946A-0088A2E6FF19}"/>
              </a:ext>
            </a:extLst>
          </p:cNvPr>
          <p:cNvSpPr>
            <a:spLocks noGrp="1"/>
          </p:cNvSpPr>
          <p:nvPr>
            <p:ph type="body" sz="quarter" idx="19"/>
          </p:nvPr>
        </p:nvSpPr>
        <p:spPr>
          <a:xfrm>
            <a:off x="8183165" y="2602176"/>
            <a:ext cx="3661357" cy="3119437"/>
          </a:xfrm>
        </p:spPr>
        <p:txBody>
          <a:bodyPr rtlCol="0"/>
          <a:lstStyle/>
          <a:p>
            <a:pPr rtl="0"/>
            <a:r>
              <a:rPr lang="fr-FR" dirty="0"/>
              <a:t>Elargir le catalogue d’équipement pour qu’il couvre tout ce que l’entreprise peut poser.</a:t>
            </a:r>
          </a:p>
          <a:p>
            <a:pPr rtl="0"/>
            <a:r>
              <a:rPr lang="fr-FR" dirty="0"/>
              <a:t>Permettre le traçage de goulotte dans plusieurs directions avec des coudes.</a:t>
            </a:r>
          </a:p>
          <a:p>
            <a:pPr rtl="0"/>
            <a:endParaRPr lang="fr-FR" dirty="0"/>
          </a:p>
        </p:txBody>
      </p:sp>
      <p:sp>
        <p:nvSpPr>
          <p:cNvPr id="16" name="Espace réservé du numéro de diapositive 15">
            <a:extLst>
              <a:ext uri="{FF2B5EF4-FFF2-40B4-BE49-F238E27FC236}">
                <a16:creationId xmlns:a16="http://schemas.microsoft.com/office/drawing/2014/main" id="{6533EEB3-A562-4A55-A6CD-C406E09B2316}"/>
              </a:ext>
            </a:extLst>
          </p:cNvPr>
          <p:cNvSpPr>
            <a:spLocks noGrp="1"/>
          </p:cNvSpPr>
          <p:nvPr>
            <p:ph type="sldNum" sz="quarter" idx="12"/>
          </p:nvPr>
        </p:nvSpPr>
        <p:spPr>
          <a:xfrm>
            <a:off x="11190806" y="6324600"/>
            <a:ext cx="799078" cy="365125"/>
          </a:xfrm>
        </p:spPr>
        <p:txBody>
          <a:bodyPr rtlCol="0"/>
          <a:lstStyle/>
          <a:p>
            <a:pPr rtl="0"/>
            <a:fld id="{11A71338-8BA2-4C79-A6C5-5A8E30081D0C}" type="slidenum">
              <a:rPr lang="fr-FR" smtClean="0"/>
              <a:pPr rtl="0"/>
              <a:t>19</a:t>
            </a:fld>
            <a:endParaRPr lang="fr-FR"/>
          </a:p>
        </p:txBody>
      </p:sp>
      <p:sp>
        <p:nvSpPr>
          <p:cNvPr id="2" name="Espace réservé du contenu 11">
            <a:extLst>
              <a:ext uri="{FF2B5EF4-FFF2-40B4-BE49-F238E27FC236}">
                <a16:creationId xmlns:a16="http://schemas.microsoft.com/office/drawing/2014/main" id="{D311ABDC-0253-AFE7-3C3F-E5659215F6BE}"/>
              </a:ext>
            </a:extLst>
          </p:cNvPr>
          <p:cNvSpPr txBox="1">
            <a:spLocks/>
          </p:cNvSpPr>
          <p:nvPr/>
        </p:nvSpPr>
        <p:spPr>
          <a:xfrm>
            <a:off x="648726" y="358024"/>
            <a:ext cx="11341157" cy="728096"/>
          </a:xfrm>
          <a:prstGeom prst="rect">
            <a:avLst/>
          </a:prstGeom>
        </p:spPr>
        <p:txBody>
          <a:bodyPr rtlCol="0">
            <a:noAutofit/>
          </a:bodyPr>
          <a:lstStyle>
            <a:lvl1pPr marL="228600" indent="-228600" algn="l" defTabSz="914400" rtl="0" eaLnBrk="1" latinLnBrk="0" hangingPunct="1">
              <a:lnSpc>
                <a:spcPct val="110000"/>
              </a:lnSpc>
              <a:spcBef>
                <a:spcPts val="1000"/>
              </a:spcBef>
              <a:buClr>
                <a:schemeClr val="bg1"/>
              </a:buClr>
              <a:buSzPct val="75000"/>
              <a:buFont typeface="+mj-lt"/>
              <a:buAutoNum type="arabicPeriod"/>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mj-lt"/>
              <a:buAutoNum type="arabicPeriod"/>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mj-lt"/>
              <a:buAutoNum type="arabicPeriod"/>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mj-lt"/>
              <a:buAutoNum type="arabicPeriod"/>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4400" dirty="0">
                <a:solidFill>
                  <a:schemeClr val="tx1"/>
                </a:solidFill>
                <a:latin typeface="Posterama" panose="020B0504020200020000" pitchFamily="34" charset="0"/>
                <a:cs typeface="Posterama" panose="020B0504020200020000" pitchFamily="34" charset="0"/>
              </a:rPr>
              <a:t>Perspective d’Amélioration</a:t>
            </a:r>
          </a:p>
        </p:txBody>
      </p:sp>
      <p:sp>
        <p:nvSpPr>
          <p:cNvPr id="5" name="Espace réservé de la date 4">
            <a:extLst>
              <a:ext uri="{FF2B5EF4-FFF2-40B4-BE49-F238E27FC236}">
                <a16:creationId xmlns:a16="http://schemas.microsoft.com/office/drawing/2014/main" id="{336C01E3-F6C8-6301-5C62-856CFE0CA75F}"/>
              </a:ext>
            </a:extLst>
          </p:cNvPr>
          <p:cNvSpPr>
            <a:spLocks noGrp="1"/>
          </p:cNvSpPr>
          <p:nvPr>
            <p:ph type="dt" sz="half" idx="10"/>
          </p:nvPr>
        </p:nvSpPr>
        <p:spPr>
          <a:xfrm>
            <a:off x="457200" y="6324600"/>
            <a:ext cx="2560220" cy="365125"/>
          </a:xfrm>
        </p:spPr>
        <p:txBody>
          <a:bodyPr/>
          <a:lstStyle/>
          <a:p>
            <a:r>
              <a:rPr lang="fr-FR" dirty="0"/>
              <a:t>Soitel Rémi</a:t>
            </a:r>
          </a:p>
        </p:txBody>
      </p:sp>
      <p:sp>
        <p:nvSpPr>
          <p:cNvPr id="6" name="Espace réservé du pied de page 5">
            <a:extLst>
              <a:ext uri="{FF2B5EF4-FFF2-40B4-BE49-F238E27FC236}">
                <a16:creationId xmlns:a16="http://schemas.microsoft.com/office/drawing/2014/main" id="{A9ABCF1E-2E78-2D31-1CF1-4F774E2AA6DB}"/>
              </a:ext>
            </a:extLst>
          </p:cNvPr>
          <p:cNvSpPr>
            <a:spLocks noGrp="1"/>
          </p:cNvSpPr>
          <p:nvPr>
            <p:ph type="ftr" sz="quarter" idx="11"/>
          </p:nvPr>
        </p:nvSpPr>
        <p:spPr>
          <a:xfrm>
            <a:off x="4200861" y="6319838"/>
            <a:ext cx="3982781" cy="365125"/>
          </a:xfrm>
        </p:spPr>
        <p:txBody>
          <a:bodyPr/>
          <a:lstStyle/>
          <a:p>
            <a:r>
              <a:rPr lang="fr-FR" dirty="0"/>
              <a:t>Stage M2 en Entreprise</a:t>
            </a:r>
          </a:p>
        </p:txBody>
      </p:sp>
    </p:spTree>
    <p:extLst>
      <p:ext uri="{BB962C8B-B14F-4D97-AF65-F5344CB8AC3E}">
        <p14:creationId xmlns:p14="http://schemas.microsoft.com/office/powerpoint/2010/main" val="40392462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A759141C-1B55-4299-A850-4D8621A5EFD4}"/>
              </a:ext>
            </a:extLst>
          </p:cNvPr>
          <p:cNvSpPr>
            <a:spLocks noGrp="1"/>
          </p:cNvSpPr>
          <p:nvPr>
            <p:ph type="ctrTitle"/>
          </p:nvPr>
        </p:nvSpPr>
        <p:spPr>
          <a:xfrm>
            <a:off x="453142" y="725467"/>
            <a:ext cx="6028339" cy="1933899"/>
          </a:xfrm>
        </p:spPr>
        <p:txBody>
          <a:bodyPr rtlCol="0">
            <a:normAutofit/>
          </a:bodyPr>
          <a:lstStyle/>
          <a:p>
            <a:pPr rtl="0"/>
            <a:r>
              <a:rPr lang="fr-FR" dirty="0"/>
              <a:t>Conclusion</a:t>
            </a:r>
          </a:p>
        </p:txBody>
      </p:sp>
      <p:sp>
        <p:nvSpPr>
          <p:cNvPr id="11" name="Sous-titre 10">
            <a:extLst>
              <a:ext uri="{FF2B5EF4-FFF2-40B4-BE49-F238E27FC236}">
                <a16:creationId xmlns:a16="http://schemas.microsoft.com/office/drawing/2014/main" id="{E8F7DCF9-2134-48C6-884C-E431D040E1E2}"/>
              </a:ext>
            </a:extLst>
          </p:cNvPr>
          <p:cNvSpPr>
            <a:spLocks noGrp="1"/>
          </p:cNvSpPr>
          <p:nvPr>
            <p:ph type="subTitle" idx="1"/>
          </p:nvPr>
        </p:nvSpPr>
        <p:spPr>
          <a:xfrm>
            <a:off x="453141" y="1658770"/>
            <a:ext cx="11285717" cy="4488031"/>
          </a:xfrm>
        </p:spPr>
        <p:txBody>
          <a:bodyPr rtlCol="0"/>
          <a:lstStyle/>
          <a:p>
            <a:r>
              <a:rPr lang="fr-FR" sz="2200" dirty="0"/>
              <a:t>• En conclusion, ce stage a été une bonne occasion de rendre un projet complexe d'IA et de traitement d’image concret et utilisable par des artisans sur le terrain.</a:t>
            </a:r>
          </a:p>
          <a:p>
            <a:r>
              <a:rPr lang="fr-FR" sz="2200" dirty="0"/>
              <a:t>• Nous avons pu approfondir nos connaissances en développement mobile avec le Framework Flutter et en traitement d'images avec OpenCV.</a:t>
            </a:r>
          </a:p>
          <a:p>
            <a:r>
              <a:rPr lang="fr-FR" sz="2200" dirty="0"/>
              <a:t>• Cela nous a aussi permis de nous rendre compte des besoins des utilisateurs et que si l’application doit paraître simple pour l'artisan devant son client, elle demande beaucoup d'optimisations en arrière-plan pour nous développeur.</a:t>
            </a:r>
          </a:p>
          <a:p>
            <a:r>
              <a:rPr lang="fr-FR" sz="2200" dirty="0"/>
              <a:t>• Cette expérience fut très enrichissante sur le plan technique et humain et a renforcé mon désir de travailler dans le développement logiciel et l'IA.</a:t>
            </a:r>
          </a:p>
        </p:txBody>
      </p:sp>
      <p:sp>
        <p:nvSpPr>
          <p:cNvPr id="15" name="Espace réservé de la date 14">
            <a:extLst>
              <a:ext uri="{FF2B5EF4-FFF2-40B4-BE49-F238E27FC236}">
                <a16:creationId xmlns:a16="http://schemas.microsoft.com/office/drawing/2014/main" id="{F0B1D64A-4BCA-40E9-8D9F-56E3FA5A734D}"/>
              </a:ext>
            </a:extLst>
          </p:cNvPr>
          <p:cNvSpPr>
            <a:spLocks noGrp="1"/>
          </p:cNvSpPr>
          <p:nvPr>
            <p:ph type="dt" sz="half" idx="10"/>
          </p:nvPr>
        </p:nvSpPr>
        <p:spPr>
          <a:xfrm>
            <a:off x="457200" y="6324600"/>
            <a:ext cx="2560220" cy="365125"/>
          </a:xfrm>
        </p:spPr>
        <p:txBody>
          <a:bodyPr rtlCol="0"/>
          <a:lstStyle/>
          <a:p>
            <a:pPr rtl="0"/>
            <a:r>
              <a:rPr lang="fr-FR" dirty="0"/>
              <a:t>Soitel Rémi</a:t>
            </a:r>
          </a:p>
        </p:txBody>
      </p:sp>
      <p:sp>
        <p:nvSpPr>
          <p:cNvPr id="16" name="Espace réservé du pied de page 15">
            <a:extLst>
              <a:ext uri="{FF2B5EF4-FFF2-40B4-BE49-F238E27FC236}">
                <a16:creationId xmlns:a16="http://schemas.microsoft.com/office/drawing/2014/main" id="{C2433C4E-0FA1-443F-9A12-FB582996F849}"/>
              </a:ext>
            </a:extLst>
          </p:cNvPr>
          <p:cNvSpPr>
            <a:spLocks noGrp="1"/>
          </p:cNvSpPr>
          <p:nvPr>
            <p:ph type="ftr" sz="quarter" idx="11"/>
          </p:nvPr>
        </p:nvSpPr>
        <p:spPr>
          <a:xfrm>
            <a:off x="4200861" y="6319838"/>
            <a:ext cx="3982781" cy="365125"/>
          </a:xfrm>
        </p:spPr>
        <p:txBody>
          <a:bodyPr rtlCol="0"/>
          <a:lstStyle/>
          <a:p>
            <a:pPr rtl="0"/>
            <a:r>
              <a:rPr lang="fr-FR" dirty="0"/>
              <a:t>Stage M2 en Entreprise</a:t>
            </a:r>
          </a:p>
        </p:txBody>
      </p:sp>
      <p:sp>
        <p:nvSpPr>
          <p:cNvPr id="17" name="Espace réservé du numéro de diapositive 16">
            <a:extLst>
              <a:ext uri="{FF2B5EF4-FFF2-40B4-BE49-F238E27FC236}">
                <a16:creationId xmlns:a16="http://schemas.microsoft.com/office/drawing/2014/main" id="{2721C696-EE3B-4915-93E1-66DF2BFAA704}"/>
              </a:ext>
            </a:extLst>
          </p:cNvPr>
          <p:cNvSpPr>
            <a:spLocks noGrp="1"/>
          </p:cNvSpPr>
          <p:nvPr>
            <p:ph type="sldNum" sz="quarter" idx="12"/>
          </p:nvPr>
        </p:nvSpPr>
        <p:spPr>
          <a:xfrm>
            <a:off x="11190806" y="6324600"/>
            <a:ext cx="799078" cy="365125"/>
          </a:xfrm>
        </p:spPr>
        <p:txBody>
          <a:bodyPr rtlCol="0"/>
          <a:lstStyle/>
          <a:p>
            <a:pPr rtl="0"/>
            <a:fld id="{11A71338-8BA2-4C79-A6C5-5A8E30081D0C}" type="slidenum">
              <a:rPr lang="fr-FR" smtClean="0"/>
              <a:pPr rtl="0"/>
              <a:t>20</a:t>
            </a:fld>
            <a:endParaRPr lang="fr-FR"/>
          </a:p>
        </p:txBody>
      </p:sp>
    </p:spTree>
    <p:extLst>
      <p:ext uri="{BB962C8B-B14F-4D97-AF65-F5344CB8AC3E}">
        <p14:creationId xmlns:p14="http://schemas.microsoft.com/office/powerpoint/2010/main" val="638530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itre 53">
            <a:extLst>
              <a:ext uri="{FF2B5EF4-FFF2-40B4-BE49-F238E27FC236}">
                <a16:creationId xmlns:a16="http://schemas.microsoft.com/office/drawing/2014/main" id="{DBE49DF2-C4C7-4EC0-BF95-00C033956ED5}"/>
              </a:ext>
            </a:extLst>
          </p:cNvPr>
          <p:cNvSpPr>
            <a:spLocks noGrp="1"/>
          </p:cNvSpPr>
          <p:nvPr>
            <p:ph type="title"/>
          </p:nvPr>
        </p:nvSpPr>
        <p:spPr>
          <a:xfrm>
            <a:off x="531405" y="1643117"/>
            <a:ext cx="5465225" cy="2637455"/>
          </a:xfrm>
        </p:spPr>
        <p:txBody>
          <a:bodyPr rtlCol="0"/>
          <a:lstStyle/>
          <a:p>
            <a:pPr rtl="0"/>
            <a:r>
              <a:rPr lang="fr-FR" dirty="0"/>
              <a:t>Merci de votre Attention</a:t>
            </a:r>
          </a:p>
        </p:txBody>
      </p:sp>
      <p:pic>
        <p:nvPicPr>
          <p:cNvPr id="11" name="Image 10">
            <a:extLst>
              <a:ext uri="{FF2B5EF4-FFF2-40B4-BE49-F238E27FC236}">
                <a16:creationId xmlns:a16="http://schemas.microsoft.com/office/drawing/2014/main" id="{C6CD20B5-B984-747C-4C89-72C2D1380677}"/>
              </a:ext>
            </a:extLst>
          </p:cNvPr>
          <p:cNvPicPr>
            <a:picLocks noChangeAspect="1"/>
          </p:cNvPicPr>
          <p:nvPr/>
        </p:nvPicPr>
        <p:blipFill>
          <a:blip r:embed="rId3"/>
          <a:stretch>
            <a:fillRect/>
          </a:stretch>
        </p:blipFill>
        <p:spPr>
          <a:xfrm>
            <a:off x="5204315" y="72485"/>
            <a:ext cx="6713029" cy="6713029"/>
          </a:xfrm>
          <a:prstGeom prst="rect">
            <a:avLst/>
          </a:prstGeom>
        </p:spPr>
      </p:pic>
    </p:spTree>
    <p:extLst>
      <p:ext uri="{BB962C8B-B14F-4D97-AF65-F5344CB8AC3E}">
        <p14:creationId xmlns:p14="http://schemas.microsoft.com/office/powerpoint/2010/main" val="1833651384"/>
      </p:ext>
    </p:extLst>
  </p:cSld>
  <p:clrMapOvr>
    <a:masterClrMapping/>
  </p:clrMapOvr>
</p:sld>
</file>

<file path=ppt/theme/theme1.xml><?xml version="1.0" encoding="utf-8"?>
<a:theme xmlns:a="http://schemas.openxmlformats.org/drawingml/2006/main" name="SineVTI">
  <a:themeElements>
    <a:clrScheme name="Custom 51">
      <a:dk1>
        <a:sysClr val="windowText" lastClr="000000"/>
      </a:dk1>
      <a:lt1>
        <a:sysClr val="window" lastClr="FFFFFF"/>
      </a:lt1>
      <a:dk2>
        <a:srgbClr val="12154E"/>
      </a:dk2>
      <a:lt2>
        <a:srgbClr val="EEEEEE"/>
      </a:lt2>
      <a:accent1>
        <a:srgbClr val="FD8686"/>
      </a:accent1>
      <a:accent2>
        <a:srgbClr val="B495C2"/>
      </a:accent2>
      <a:accent3>
        <a:srgbClr val="8F99BB"/>
      </a:accent3>
      <a:accent4>
        <a:srgbClr val="A3A3C1"/>
      </a:accent4>
      <a:accent5>
        <a:srgbClr val="7162FE"/>
      </a:accent5>
      <a:accent6>
        <a:srgbClr val="1EBE9B"/>
      </a:accent6>
      <a:hlink>
        <a:srgbClr val="EF08F7"/>
      </a:hlink>
      <a:folHlink>
        <a:srgbClr val="8477FE"/>
      </a:folHlink>
    </a:clrScheme>
    <a:fontScheme name="Custom 49">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1607737_TF33780407_Win32" id="{85253E80-84CE-4C54-917A-6E1271973E9A}" vid="{4DF558F5-B1D2-4B74-9BF1-CF18A387C22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8316A4-DB9D-4B40-83D1-0433996D54B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F49FD94B-CF2B-4485-954E-6805E96E51FA}">
  <ds:schemaRefs>
    <ds:schemaRef ds:uri="http://schemas.microsoft.com/sharepoint/v3/contenttype/forms"/>
  </ds:schemaRefs>
</ds:datastoreItem>
</file>

<file path=customXml/itemProps3.xml><?xml version="1.0" encoding="utf-8"?>
<ds:datastoreItem xmlns:ds="http://schemas.openxmlformats.org/officeDocument/2006/customXml" ds:itemID="{1E5C9C91-7BEA-497B-8B74-808BB08645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Conception à thème scientifique</Template>
  <TotalTime>1775</TotalTime>
  <Words>1810</Words>
  <Application>Microsoft Office PowerPoint</Application>
  <PresentationFormat>Grand écran</PresentationFormat>
  <Paragraphs>195</Paragraphs>
  <Slides>21</Slides>
  <Notes>6</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21</vt:i4>
      </vt:variant>
    </vt:vector>
  </HeadingPairs>
  <TitlesOfParts>
    <vt:vector size="25" baseType="lpstr">
      <vt:lpstr>Arial</vt:lpstr>
      <vt:lpstr>Calibri</vt:lpstr>
      <vt:lpstr>Posterama</vt:lpstr>
      <vt:lpstr>SineVTI</vt:lpstr>
      <vt:lpstr>Stage M2 en Entreprise Développement d'une application d’incrustation visuelle d'équipements thermiques et de climatisations par Intelligence Artificielle </vt:lpstr>
      <vt:lpstr>Sommaire</vt:lpstr>
      <vt:lpstr>Remerciement</vt:lpstr>
      <vt:lpstr> </vt:lpstr>
      <vt:lpstr> </vt:lpstr>
      <vt:lpstr> </vt:lpstr>
      <vt:lpstr> </vt:lpstr>
      <vt:lpstr> </vt:lpstr>
      <vt:lpstr> </vt:lpstr>
      <vt:lpstr> </vt:lpstr>
      <vt:lpstr> </vt:lpstr>
      <vt:lpstr> </vt:lpstr>
      <vt:lpstr> </vt:lpstr>
      <vt:lpstr> </vt:lpstr>
      <vt:lpstr> </vt:lpstr>
      <vt:lpstr> </vt:lpstr>
      <vt:lpstr> </vt:lpstr>
      <vt:lpstr> </vt:lpstr>
      <vt:lpstr>Présentation PowerPoint</vt:lpstr>
      <vt:lpstr>Conclusion</vt:lpstr>
      <vt:lpstr>Merci de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REMI SOITEL</dc:creator>
  <cp:lastModifiedBy>REMI SOITEL</cp:lastModifiedBy>
  <cp:revision>93</cp:revision>
  <dcterms:created xsi:type="dcterms:W3CDTF">2026-05-19T07:33:54Z</dcterms:created>
  <dcterms:modified xsi:type="dcterms:W3CDTF">2026-06-08T07:07:14Z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