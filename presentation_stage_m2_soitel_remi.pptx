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8" r:id="rId4"/>
  </p:sldMasterIdLst>
  <p:notesMasterIdLst>
    <p:notesMasterId r:id="rId15"/>
  </p:notesMasterIdLst>
  <p:handoutMasterIdLst>
    <p:handoutMasterId r:id="rId16"/>
  </p:handoutMasterIdLst>
  <p:sldIdLst>
    <p:sldId id="256" r:id="rId5"/>
    <p:sldId id="310" r:id="rId6"/>
    <p:sldId id="290" r:id="rId7"/>
    <p:sldId id="378" r:id="rId8"/>
    <p:sldId id="379" r:id="rId9"/>
    <p:sldId id="376" r:id="rId10"/>
    <p:sldId id="325" r:id="rId11"/>
    <p:sldId id="377" r:id="rId12"/>
    <p:sldId id="328" r:id="rId13"/>
    <p:sldId id="274" r:id="rId14"/>
  </p:sldIdLst>
  <p:sldSz cx="12192000" cy="6858000"/>
  <p:notesSz cx="6858000" cy="9144000"/>
  <p:defaultTextStyle>
    <a:defPPr rtl="0">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226" autoAdjust="0"/>
  </p:normalViewPr>
  <p:slideViewPr>
    <p:cSldViewPr snapToGrid="0">
      <p:cViewPr varScale="1">
        <p:scale>
          <a:sx n="78" d="100"/>
          <a:sy n="78" d="100"/>
        </p:scale>
        <p:origin x="878" y="82"/>
      </p:cViewPr>
      <p:guideLst/>
    </p:cSldViewPr>
  </p:slideViewPr>
  <p:outlineViewPr>
    <p:cViewPr>
      <p:scale>
        <a:sx n="33" d="100"/>
        <a:sy n="33" d="100"/>
      </p:scale>
      <p:origin x="0" y="-5467"/>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99" d="100"/>
          <a:sy n="99" d="100"/>
        </p:scale>
        <p:origin x="357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3DD35D-9765-4E5F-95CE-DA45F3637BF5}" type="doc">
      <dgm:prSet loTypeId="urn:microsoft.com/office/officeart/2005/8/layout/hList1" loCatId="list" qsTypeId="urn:microsoft.com/office/officeart/2005/8/quickstyle/simple1" qsCatId="simple" csTypeId="urn:microsoft.com/office/officeart/2005/8/colors/colorful5" csCatId="colorful" phldr="1"/>
      <dgm:spPr/>
      <dgm:t>
        <a:bodyPr rtlCol="0"/>
        <a:lstStyle/>
        <a:p>
          <a:pPr rtl="0"/>
          <a:endParaRPr lang="en-US"/>
        </a:p>
      </dgm:t>
    </dgm:pt>
    <dgm:pt modelId="{25E771E7-8CF7-4491-9507-55BFE693DC7B}">
      <dgm:prSet phldrT="[Text]" custT="1"/>
      <dgm:spPr>
        <a:solidFill>
          <a:schemeClr val="accent1"/>
        </a:solidFill>
        <a:ln w="19050">
          <a:noFill/>
        </a:ln>
      </dgm:spPr>
      <dgm:t>
        <a:bodyPr rtlCol="0"/>
        <a:lstStyle/>
        <a:p>
          <a:pPr rtl="0"/>
          <a:r>
            <a:rPr lang="fr-FR" sz="2000" b="1" noProof="0" dirty="0">
              <a:solidFill>
                <a:schemeClr val="tx1"/>
              </a:solidFill>
              <a:latin typeface="+mj-lt"/>
            </a:rPr>
            <a:t>Titre</a:t>
          </a:r>
        </a:p>
      </dgm:t>
    </dgm:pt>
    <dgm:pt modelId="{D34FC0B2-1D9D-47C1-B680-27EF2E97D428}" type="parTrans" cxnId="{E01FE584-0925-4BC0-9383-A1E85DE458FD}">
      <dgm:prSet/>
      <dgm:spPr/>
      <dgm:t>
        <a:bodyPr rtlCol="0"/>
        <a:lstStyle/>
        <a:p>
          <a:pPr rtl="0"/>
          <a:endParaRPr lang="fr-FR" noProof="0" dirty="0"/>
        </a:p>
      </dgm:t>
    </dgm:pt>
    <dgm:pt modelId="{B3CFB133-9C4F-4A0A-888D-0CEC78FFDFFC}" type="sibTrans" cxnId="{E01FE584-0925-4BC0-9383-A1E85DE458FD}">
      <dgm:prSet/>
      <dgm:spPr/>
      <dgm:t>
        <a:bodyPr rtlCol="0"/>
        <a:lstStyle/>
        <a:p>
          <a:pPr rtl="0"/>
          <a:endParaRPr lang="fr-FR" noProof="0" dirty="0"/>
        </a:p>
      </dgm:t>
    </dgm:pt>
    <dgm:pt modelId="{EB81D1D4-3A06-49A6-9CBB-2A11D66B1783}">
      <dgm:prSet phldrT="[Text]" custT="1"/>
      <dgm:spPr/>
      <dgm:t>
        <a:bodyPr rtlCol="0"/>
        <a:lstStyle/>
        <a:p>
          <a:pPr marL="0" rtl="0">
            <a:lnSpc>
              <a:spcPct val="100000"/>
            </a:lnSpc>
            <a:buFont typeface="Arial" panose="020B0604020202020204" pitchFamily="34" charset="0"/>
            <a:buNone/>
          </a:pPr>
          <a:r>
            <a:rPr lang="fr-FR" sz="1600" b="0" i="0" noProof="0" dirty="0"/>
            <a:t>Pour commencer une présentation, accédez à l’onglet Diaporama et sélectionnez À partir du début.</a:t>
          </a:r>
          <a:endParaRPr lang="fr-FR" sz="1600" noProof="0" dirty="0"/>
        </a:p>
      </dgm:t>
    </dgm:pt>
    <dgm:pt modelId="{721F31C1-C769-40A8-9C34-A74470BAB532}" type="parTrans" cxnId="{5E008CC8-B8C6-4B46-94B0-C60406121E38}">
      <dgm:prSet/>
      <dgm:spPr/>
      <dgm:t>
        <a:bodyPr rtlCol="0"/>
        <a:lstStyle/>
        <a:p>
          <a:pPr rtl="0"/>
          <a:endParaRPr lang="fr-FR" noProof="0" dirty="0"/>
        </a:p>
      </dgm:t>
    </dgm:pt>
    <dgm:pt modelId="{0519A5BA-BBEC-4C39-9FFD-05D4C020199E}" type="sibTrans" cxnId="{5E008CC8-B8C6-4B46-94B0-C60406121E38}">
      <dgm:prSet/>
      <dgm:spPr/>
      <dgm:t>
        <a:bodyPr rtlCol="0"/>
        <a:lstStyle/>
        <a:p>
          <a:pPr rtl="0"/>
          <a:endParaRPr lang="fr-FR" noProof="0" dirty="0"/>
        </a:p>
      </dgm:t>
    </dgm:pt>
    <dgm:pt modelId="{D76BB3CF-DF5A-41FB-B6A4-25743CF1642F}">
      <dgm:prSet phldrT="[Text]" custT="1"/>
      <dgm:spPr>
        <a:solidFill>
          <a:schemeClr val="accent1">
            <a:alpha val="20000"/>
          </a:schemeClr>
        </a:solidFill>
        <a:ln w="19050">
          <a:noFill/>
        </a:ln>
      </dgm:spPr>
      <dgm:t>
        <a:bodyPr rtlCol="0"/>
        <a:lstStyle/>
        <a:p>
          <a:pPr rtl="0"/>
          <a:r>
            <a:rPr lang="fr-FR" sz="2000" b="1" noProof="0" dirty="0">
              <a:solidFill>
                <a:schemeClr val="tx1"/>
              </a:solidFill>
              <a:latin typeface="+mj-lt"/>
            </a:rPr>
            <a:t>Titre</a:t>
          </a:r>
        </a:p>
      </dgm:t>
    </dgm:pt>
    <dgm:pt modelId="{5DD1E055-F36A-4363-9BA1-453D18F6AA18}" type="parTrans" cxnId="{8422E397-A2A7-4656-BDD0-A5DEE35EA0FC}">
      <dgm:prSet/>
      <dgm:spPr/>
      <dgm:t>
        <a:bodyPr rtlCol="0"/>
        <a:lstStyle/>
        <a:p>
          <a:pPr rtl="0"/>
          <a:endParaRPr lang="fr-FR" noProof="0" dirty="0"/>
        </a:p>
      </dgm:t>
    </dgm:pt>
    <dgm:pt modelId="{24234FDB-132A-43EF-B90D-1D285BFF51D4}" type="sibTrans" cxnId="{8422E397-A2A7-4656-BDD0-A5DEE35EA0FC}">
      <dgm:prSet/>
      <dgm:spPr/>
      <dgm:t>
        <a:bodyPr rtlCol="0"/>
        <a:lstStyle/>
        <a:p>
          <a:pPr rtl="0"/>
          <a:endParaRPr lang="fr-FR" noProof="0" dirty="0"/>
        </a:p>
      </dgm:t>
    </dgm:pt>
    <dgm:pt modelId="{3F378E98-4217-47A9-8134-DE6C3ABFE041}">
      <dgm:prSet phldrT="[Text]" custT="1"/>
      <dgm:spPr/>
      <dgm:t>
        <a:bodyPr rtlCol="0"/>
        <a:lstStyle/>
        <a:p>
          <a:pPr marL="0" rtl="0">
            <a:lnSpc>
              <a:spcPct val="100000"/>
            </a:lnSpc>
            <a:buFont typeface="Arial" panose="020B0604020202020204" pitchFamily="34" charset="0"/>
            <a:buNone/>
          </a:pPr>
          <a:r>
            <a:rPr lang="fr-FR" sz="1600" b="0" i="0" noProof="0" dirty="0">
              <a:solidFill>
                <a:schemeClr val="tx1"/>
              </a:solidFill>
            </a:rPr>
            <a:t>Pour afficher le mode Présentateur, en mode Diaporama, sur la barre de contrôle en bas à gauche, sélectionnez les points de suspension, puis Mode Présentateur. </a:t>
          </a:r>
          <a:endParaRPr lang="fr-FR" sz="1600" noProof="0" dirty="0">
            <a:solidFill>
              <a:schemeClr val="tx1"/>
            </a:solidFill>
          </a:endParaRPr>
        </a:p>
      </dgm:t>
    </dgm:pt>
    <dgm:pt modelId="{48653CFB-283F-4824-B87B-943F5C5E7841}" type="parTrans" cxnId="{E2F6ED9C-E6CA-4E7F-B747-37A284E29D24}">
      <dgm:prSet/>
      <dgm:spPr/>
      <dgm:t>
        <a:bodyPr rtlCol="0"/>
        <a:lstStyle/>
        <a:p>
          <a:pPr rtl="0"/>
          <a:endParaRPr lang="fr-FR" noProof="0" dirty="0"/>
        </a:p>
      </dgm:t>
    </dgm:pt>
    <dgm:pt modelId="{0638CE31-017E-4421-AF9D-A58647C395DF}" type="sibTrans" cxnId="{E2F6ED9C-E6CA-4E7F-B747-37A284E29D24}">
      <dgm:prSet/>
      <dgm:spPr/>
      <dgm:t>
        <a:bodyPr rtlCol="0"/>
        <a:lstStyle/>
        <a:p>
          <a:pPr rtl="0"/>
          <a:endParaRPr lang="fr-FR" noProof="0" dirty="0"/>
        </a:p>
      </dgm:t>
    </dgm:pt>
    <dgm:pt modelId="{8F3B4B19-33F4-47AC-BE4E-B66181ED98B4}">
      <dgm:prSet phldrT="[Text]" custT="1"/>
      <dgm:spPr>
        <a:solidFill>
          <a:schemeClr val="accent3"/>
        </a:solidFill>
        <a:ln w="19050">
          <a:noFill/>
        </a:ln>
      </dgm:spPr>
      <dgm:t>
        <a:bodyPr rtlCol="0"/>
        <a:lstStyle/>
        <a:p>
          <a:pPr rtl="0"/>
          <a:r>
            <a:rPr lang="fr-FR" sz="2000" b="1" noProof="0" dirty="0">
              <a:solidFill>
                <a:schemeClr val="tx1"/>
              </a:solidFill>
              <a:latin typeface="+mj-lt"/>
            </a:rPr>
            <a:t>Titre</a:t>
          </a:r>
        </a:p>
      </dgm:t>
    </dgm:pt>
    <dgm:pt modelId="{D56FE0BA-AE10-413D-B7E3-CD20C3731D50}" type="parTrans" cxnId="{E9FED118-8FC1-46A3-BD00-F94098ECD6A4}">
      <dgm:prSet/>
      <dgm:spPr/>
      <dgm:t>
        <a:bodyPr rtlCol="0"/>
        <a:lstStyle/>
        <a:p>
          <a:pPr rtl="0"/>
          <a:endParaRPr lang="fr-FR" noProof="0" dirty="0"/>
        </a:p>
      </dgm:t>
    </dgm:pt>
    <dgm:pt modelId="{2C34AF2B-9D07-4B75-9E74-1C680AB14CF6}" type="sibTrans" cxnId="{E9FED118-8FC1-46A3-BD00-F94098ECD6A4}">
      <dgm:prSet/>
      <dgm:spPr/>
      <dgm:t>
        <a:bodyPr rtlCol="0"/>
        <a:lstStyle/>
        <a:p>
          <a:pPr rtl="0"/>
          <a:endParaRPr lang="fr-FR" noProof="0" dirty="0"/>
        </a:p>
      </dgm:t>
    </dgm:pt>
    <dgm:pt modelId="{0AFF4C1B-302C-42EF-B59F-97CDC2799D17}">
      <dgm:prSet phldrT="[Text]" custT="1"/>
      <dgm:spPr/>
      <dgm:t>
        <a:bodyPr rtlCol="0"/>
        <a:lstStyle/>
        <a:p>
          <a:pPr marL="0" rtl="0">
            <a:lnSpc>
              <a:spcPct val="100000"/>
            </a:lnSpc>
            <a:buFont typeface="Arial" panose="020B0604020202020204" pitchFamily="34" charset="0"/>
            <a:buNone/>
          </a:pPr>
          <a:r>
            <a:rPr lang="fr-FR" sz="1600" b="0" i="0" noProof="0" dirty="0"/>
            <a:t>Pendant votre présentation, les notes du présentateur sont visibles sur votre écran, mais ne sont pas visibles pour l’auditoire. </a:t>
          </a:r>
          <a:endParaRPr lang="fr-FR" sz="1600" noProof="0" dirty="0"/>
        </a:p>
      </dgm:t>
    </dgm:pt>
    <dgm:pt modelId="{0EBE8459-BB53-4FEB-9003-4D3795F4559C}" type="parTrans" cxnId="{C23B5F60-F074-45B8-BB09-18AD4152539D}">
      <dgm:prSet/>
      <dgm:spPr/>
      <dgm:t>
        <a:bodyPr rtlCol="0"/>
        <a:lstStyle/>
        <a:p>
          <a:pPr rtl="0"/>
          <a:endParaRPr lang="fr-FR" noProof="0" dirty="0"/>
        </a:p>
      </dgm:t>
    </dgm:pt>
    <dgm:pt modelId="{6755B5A7-26F9-4D2F-8EA9-DCC4A05B07D9}" type="sibTrans" cxnId="{C23B5F60-F074-45B8-BB09-18AD4152539D}">
      <dgm:prSet/>
      <dgm:spPr/>
      <dgm:t>
        <a:bodyPr rtlCol="0"/>
        <a:lstStyle/>
        <a:p>
          <a:pPr rtl="0"/>
          <a:endParaRPr lang="fr-FR" noProof="0" dirty="0"/>
        </a:p>
      </dgm:t>
    </dgm:pt>
    <dgm:pt modelId="{80CB43E4-C30F-4DCA-A3E9-D12FA78CE0FB}">
      <dgm:prSet custT="1"/>
      <dgm:spPr>
        <a:solidFill>
          <a:schemeClr val="accent3">
            <a:alpha val="20000"/>
          </a:schemeClr>
        </a:solidFill>
        <a:ln w="19050">
          <a:noFill/>
        </a:ln>
      </dgm:spPr>
      <dgm:t>
        <a:bodyPr rtlCol="0"/>
        <a:lstStyle/>
        <a:p>
          <a:pPr rtl="0"/>
          <a:r>
            <a:rPr lang="fr-FR" sz="2000" b="1" noProof="0" dirty="0">
              <a:solidFill>
                <a:schemeClr val="tx1"/>
              </a:solidFill>
              <a:latin typeface="+mj-lt"/>
            </a:rPr>
            <a:t>Titre</a:t>
          </a:r>
          <a:endParaRPr lang="fr-FR" sz="2800" b="1" noProof="0" dirty="0">
            <a:solidFill>
              <a:schemeClr val="tx1"/>
            </a:solidFill>
            <a:latin typeface="+mj-lt"/>
          </a:endParaRPr>
        </a:p>
      </dgm:t>
    </dgm:pt>
    <dgm:pt modelId="{22BA2624-35EA-49E9-BC2A-8019555F56F6}" type="sibTrans" cxnId="{E3C761DA-B59A-4658-B3C8-B73D008958C7}">
      <dgm:prSet/>
      <dgm:spPr/>
      <dgm:t>
        <a:bodyPr rtlCol="0"/>
        <a:lstStyle/>
        <a:p>
          <a:pPr rtl="0"/>
          <a:endParaRPr lang="fr-FR" noProof="0" dirty="0"/>
        </a:p>
      </dgm:t>
    </dgm:pt>
    <dgm:pt modelId="{662CF9D0-9536-4AC8-90CC-1A9C062F4327}" type="parTrans" cxnId="{E3C761DA-B59A-4658-B3C8-B73D008958C7}">
      <dgm:prSet/>
      <dgm:spPr/>
      <dgm:t>
        <a:bodyPr rtlCol="0"/>
        <a:lstStyle/>
        <a:p>
          <a:pPr rtl="0"/>
          <a:endParaRPr lang="fr-FR" noProof="0" dirty="0"/>
        </a:p>
      </dgm:t>
    </dgm:pt>
    <dgm:pt modelId="{6C230327-1904-47CB-BB1D-FD9D9F4A90BF}">
      <dgm:prSet custT="1"/>
      <dgm:spPr>
        <a:solidFill>
          <a:schemeClr val="bg1">
            <a:lumMod val="85000"/>
          </a:schemeClr>
        </a:solidFill>
        <a:ln w="19050">
          <a:noFill/>
        </a:ln>
      </dgm:spPr>
      <dgm:t>
        <a:bodyPr rtlCol="0"/>
        <a:lstStyle/>
        <a:p>
          <a:pPr rtl="0"/>
          <a:r>
            <a:rPr lang="fr-FR" sz="2000" b="1" noProof="0" dirty="0">
              <a:solidFill>
                <a:schemeClr val="tx1"/>
              </a:solidFill>
              <a:latin typeface="+mj-lt"/>
            </a:rPr>
            <a:t>Titre</a:t>
          </a:r>
          <a:endParaRPr lang="fr-FR" sz="2800" b="1" noProof="0" dirty="0">
            <a:solidFill>
              <a:schemeClr val="tx1"/>
            </a:solidFill>
            <a:latin typeface="+mj-lt"/>
          </a:endParaRPr>
        </a:p>
      </dgm:t>
    </dgm:pt>
    <dgm:pt modelId="{383C96B1-5630-4111-BDC2-DC9415E1D3B9}" type="sibTrans" cxnId="{DF2D3747-AF1D-43CC-ACD2-1C81B945A006}">
      <dgm:prSet/>
      <dgm:spPr/>
      <dgm:t>
        <a:bodyPr rtlCol="0"/>
        <a:lstStyle/>
        <a:p>
          <a:pPr rtl="0"/>
          <a:endParaRPr lang="fr-FR" noProof="0" dirty="0"/>
        </a:p>
      </dgm:t>
    </dgm:pt>
    <dgm:pt modelId="{F5865BF2-099D-45F3-9F9F-E9048C52D1A9}" type="parTrans" cxnId="{DF2D3747-AF1D-43CC-ACD2-1C81B945A006}">
      <dgm:prSet/>
      <dgm:spPr/>
      <dgm:t>
        <a:bodyPr rtlCol="0"/>
        <a:lstStyle/>
        <a:p>
          <a:pPr rtl="0"/>
          <a:endParaRPr lang="fr-FR" noProof="0" dirty="0"/>
        </a:p>
      </dgm:t>
    </dgm:pt>
    <dgm:pt modelId="{E7DB8C28-3728-493B-A3D7-1FE9EFE7E4C2}">
      <dgm:prSet custT="1"/>
      <dgm:spPr/>
      <dgm:t>
        <a:bodyPr rtlCol="0"/>
        <a:lstStyle/>
        <a:p>
          <a:pPr marL="0" rtl="0">
            <a:lnSpc>
              <a:spcPct val="100000"/>
            </a:lnSpc>
            <a:buFont typeface="Arial" panose="020B0604020202020204" pitchFamily="34" charset="0"/>
            <a:buNone/>
          </a:pPr>
          <a:r>
            <a:rPr lang="fr-FR" sz="1600" b="0" i="0" noProof="0" dirty="0">
              <a:solidFill>
                <a:schemeClr val="tx1"/>
              </a:solidFill>
            </a:rPr>
            <a:t>Le volet de notes est une zone qui apparaît en dessous de chaque diapositive. Appuyez dessus pour ajouter des notes. </a:t>
          </a:r>
          <a:endParaRPr lang="fr-FR" sz="1600" noProof="0" dirty="0">
            <a:solidFill>
              <a:schemeClr val="tx1"/>
            </a:solidFill>
          </a:endParaRPr>
        </a:p>
      </dgm:t>
    </dgm:pt>
    <dgm:pt modelId="{86C82348-62AC-47C0-A4F1-60BF58B70325}" type="parTrans" cxnId="{5D5F46B2-925E-4A4E-A867-A220894EC4FD}">
      <dgm:prSet/>
      <dgm:spPr/>
      <dgm:t>
        <a:bodyPr rtlCol="0"/>
        <a:lstStyle/>
        <a:p>
          <a:pPr rtl="0"/>
          <a:endParaRPr lang="fr-FR" noProof="0" dirty="0"/>
        </a:p>
      </dgm:t>
    </dgm:pt>
    <dgm:pt modelId="{5399BFCE-FDB4-4666-81C7-DC36EB3DA553}" type="sibTrans" cxnId="{5D5F46B2-925E-4A4E-A867-A220894EC4FD}">
      <dgm:prSet/>
      <dgm:spPr/>
      <dgm:t>
        <a:bodyPr rtlCol="0"/>
        <a:lstStyle/>
        <a:p>
          <a:pPr rtl="0"/>
          <a:endParaRPr lang="fr-FR" noProof="0" dirty="0"/>
        </a:p>
      </dgm:t>
    </dgm:pt>
    <dgm:pt modelId="{3AA5C518-6101-47DE-A504-F7F8D31BAC0F}">
      <dgm:prSet custT="1"/>
      <dgm:spPr/>
      <dgm:t>
        <a:bodyPr rtlCol="0"/>
        <a:lstStyle/>
        <a:p>
          <a:pPr marL="0" rtl="0">
            <a:lnSpc>
              <a:spcPct val="100000"/>
            </a:lnSpc>
            <a:buFont typeface="Arial" panose="020B0604020202020204" pitchFamily="34" charset="0"/>
            <a:buNone/>
          </a:pPr>
          <a:r>
            <a:rPr lang="fr-FR" sz="1600" b="0" i="0" noProof="0" dirty="0">
              <a:solidFill>
                <a:schemeClr val="tx1"/>
              </a:solidFill>
            </a:rPr>
            <a:t>Si le volet de notes n’apparaît pas ou s’il est complètement réduit, cliquez sur Notes dans la barre des tâches au bas de la fenêtre PowerPoint. </a:t>
          </a:r>
          <a:endParaRPr lang="fr-FR" sz="1600" noProof="0" dirty="0">
            <a:solidFill>
              <a:schemeClr val="tx1"/>
            </a:solidFill>
          </a:endParaRPr>
        </a:p>
      </dgm:t>
    </dgm:pt>
    <dgm:pt modelId="{C33DEA67-DC41-4FD7-BAF1-1EBBE63C3B81}" type="parTrans" cxnId="{3A57B4D5-27C4-4372-954B-03F42D8D5B74}">
      <dgm:prSet/>
      <dgm:spPr/>
      <dgm:t>
        <a:bodyPr rtlCol="0"/>
        <a:lstStyle/>
        <a:p>
          <a:pPr rtl="0"/>
          <a:endParaRPr lang="fr-FR" noProof="0" dirty="0"/>
        </a:p>
      </dgm:t>
    </dgm:pt>
    <dgm:pt modelId="{84ADADB6-F501-44B3-B426-011C7C46A020}" type="sibTrans" cxnId="{3A57B4D5-27C4-4372-954B-03F42D8D5B74}">
      <dgm:prSet/>
      <dgm:spPr/>
      <dgm:t>
        <a:bodyPr rtlCol="0"/>
        <a:lstStyle/>
        <a:p>
          <a:pPr rtl="0"/>
          <a:endParaRPr lang="fr-FR" noProof="0" dirty="0"/>
        </a:p>
      </dgm:t>
    </dgm:pt>
    <dgm:pt modelId="{C8FC339E-39F6-4A89-A23A-68C3243C6B19}" type="pres">
      <dgm:prSet presAssocID="{013DD35D-9765-4E5F-95CE-DA45F3637BF5}" presName="Name0" presStyleCnt="0">
        <dgm:presLayoutVars>
          <dgm:dir/>
          <dgm:animLvl val="lvl"/>
          <dgm:resizeHandles val="exact"/>
        </dgm:presLayoutVars>
      </dgm:prSet>
      <dgm:spPr/>
    </dgm:pt>
    <dgm:pt modelId="{6D880849-3CF4-4B9A-AA3D-2012E655E86C}" type="pres">
      <dgm:prSet presAssocID="{25E771E7-8CF7-4491-9507-55BFE693DC7B}" presName="composite" presStyleCnt="0"/>
      <dgm:spPr/>
    </dgm:pt>
    <dgm:pt modelId="{53A970A0-87A4-4055-8444-4B32FD55679F}" type="pres">
      <dgm:prSet presAssocID="{25E771E7-8CF7-4491-9507-55BFE693DC7B}" presName="parTx" presStyleLbl="alignNode1" presStyleIdx="0" presStyleCnt="5">
        <dgm:presLayoutVars>
          <dgm:chMax val="0"/>
          <dgm:chPref val="0"/>
          <dgm:bulletEnabled val="1"/>
        </dgm:presLayoutVars>
      </dgm:prSet>
      <dgm:spPr/>
    </dgm:pt>
    <dgm:pt modelId="{30479C4D-92A7-4148-A954-1F753DC42CF3}" type="pres">
      <dgm:prSet presAssocID="{25E771E7-8CF7-4491-9507-55BFE693DC7B}" presName="desTx" presStyleLbl="alignAccFollowNode1" presStyleIdx="0" presStyleCnt="5">
        <dgm:presLayoutVars>
          <dgm:bulletEnabled val="1"/>
        </dgm:presLayoutVars>
      </dgm:prSet>
      <dgm:spPr/>
    </dgm:pt>
    <dgm:pt modelId="{D69D8654-40D9-4F98-997A-46F1A786D984}" type="pres">
      <dgm:prSet presAssocID="{B3CFB133-9C4F-4A0A-888D-0CEC78FFDFFC}" presName="space" presStyleCnt="0"/>
      <dgm:spPr/>
    </dgm:pt>
    <dgm:pt modelId="{37880899-2C43-4D97-BF52-758832B5C284}" type="pres">
      <dgm:prSet presAssocID="{D76BB3CF-DF5A-41FB-B6A4-25743CF1642F}" presName="composite" presStyleCnt="0"/>
      <dgm:spPr/>
    </dgm:pt>
    <dgm:pt modelId="{6DDDB16E-5E89-49FF-9D69-F27857F51C56}" type="pres">
      <dgm:prSet presAssocID="{D76BB3CF-DF5A-41FB-B6A4-25743CF1642F}" presName="parTx" presStyleLbl="alignNode1" presStyleIdx="1" presStyleCnt="5">
        <dgm:presLayoutVars>
          <dgm:chMax val="0"/>
          <dgm:chPref val="0"/>
          <dgm:bulletEnabled val="1"/>
        </dgm:presLayoutVars>
      </dgm:prSet>
      <dgm:spPr/>
    </dgm:pt>
    <dgm:pt modelId="{E073A826-7D3A-44DE-9A23-19A6213A5DC9}" type="pres">
      <dgm:prSet presAssocID="{D76BB3CF-DF5A-41FB-B6A4-25743CF1642F}" presName="desTx" presStyleLbl="alignAccFollowNode1" presStyleIdx="1" presStyleCnt="5">
        <dgm:presLayoutVars>
          <dgm:bulletEnabled val="1"/>
        </dgm:presLayoutVars>
      </dgm:prSet>
      <dgm:spPr/>
    </dgm:pt>
    <dgm:pt modelId="{7D6432E3-067A-4AC1-AB22-F0D44880ECB6}" type="pres">
      <dgm:prSet presAssocID="{24234FDB-132A-43EF-B90D-1D285BFF51D4}" presName="space" presStyleCnt="0"/>
      <dgm:spPr/>
    </dgm:pt>
    <dgm:pt modelId="{EBFEB845-6A67-41B7-8C99-698054EAA819}" type="pres">
      <dgm:prSet presAssocID="{8F3B4B19-33F4-47AC-BE4E-B66181ED98B4}" presName="composite" presStyleCnt="0"/>
      <dgm:spPr/>
    </dgm:pt>
    <dgm:pt modelId="{5ACDDD2E-A6DA-4B3F-B366-D8D165C71718}" type="pres">
      <dgm:prSet presAssocID="{8F3B4B19-33F4-47AC-BE4E-B66181ED98B4}" presName="parTx" presStyleLbl="alignNode1" presStyleIdx="2" presStyleCnt="5">
        <dgm:presLayoutVars>
          <dgm:chMax val="0"/>
          <dgm:chPref val="0"/>
          <dgm:bulletEnabled val="1"/>
        </dgm:presLayoutVars>
      </dgm:prSet>
      <dgm:spPr/>
    </dgm:pt>
    <dgm:pt modelId="{3232D775-33ED-44BE-9665-D5F655F5DD13}" type="pres">
      <dgm:prSet presAssocID="{8F3B4B19-33F4-47AC-BE4E-B66181ED98B4}" presName="desTx" presStyleLbl="alignAccFollowNode1" presStyleIdx="2" presStyleCnt="5">
        <dgm:presLayoutVars>
          <dgm:bulletEnabled val="1"/>
        </dgm:presLayoutVars>
      </dgm:prSet>
      <dgm:spPr/>
    </dgm:pt>
    <dgm:pt modelId="{8FAD4832-6588-48D1-A537-95C2839EA1B3}" type="pres">
      <dgm:prSet presAssocID="{2C34AF2B-9D07-4B75-9E74-1C680AB14CF6}" presName="space" presStyleCnt="0"/>
      <dgm:spPr/>
    </dgm:pt>
    <dgm:pt modelId="{673787B6-A61C-416D-8E62-B73B5E97C444}" type="pres">
      <dgm:prSet presAssocID="{80CB43E4-C30F-4DCA-A3E9-D12FA78CE0FB}" presName="composite" presStyleCnt="0"/>
      <dgm:spPr/>
    </dgm:pt>
    <dgm:pt modelId="{C524BBDC-4A12-4957-832D-D660CECEAC53}" type="pres">
      <dgm:prSet presAssocID="{80CB43E4-C30F-4DCA-A3E9-D12FA78CE0FB}" presName="parTx" presStyleLbl="alignNode1" presStyleIdx="3" presStyleCnt="5">
        <dgm:presLayoutVars>
          <dgm:chMax val="0"/>
          <dgm:chPref val="0"/>
          <dgm:bulletEnabled val="1"/>
        </dgm:presLayoutVars>
      </dgm:prSet>
      <dgm:spPr/>
    </dgm:pt>
    <dgm:pt modelId="{70A49A4C-6D17-4FCB-9C29-21F025026F9E}" type="pres">
      <dgm:prSet presAssocID="{80CB43E4-C30F-4DCA-A3E9-D12FA78CE0FB}" presName="desTx" presStyleLbl="alignAccFollowNode1" presStyleIdx="3" presStyleCnt="5">
        <dgm:presLayoutVars>
          <dgm:bulletEnabled val="1"/>
        </dgm:presLayoutVars>
      </dgm:prSet>
      <dgm:spPr/>
    </dgm:pt>
    <dgm:pt modelId="{383AD359-E24C-4F68-B934-2F2C992494D2}" type="pres">
      <dgm:prSet presAssocID="{22BA2624-35EA-49E9-BC2A-8019555F56F6}" presName="space" presStyleCnt="0"/>
      <dgm:spPr/>
    </dgm:pt>
    <dgm:pt modelId="{61D1CB56-CE53-4431-BAD9-0789E09DFD6B}" type="pres">
      <dgm:prSet presAssocID="{6C230327-1904-47CB-BB1D-FD9D9F4A90BF}" presName="composite" presStyleCnt="0"/>
      <dgm:spPr/>
    </dgm:pt>
    <dgm:pt modelId="{31A34E95-FDDE-4764-A7A2-F2CDEEADC6D2}" type="pres">
      <dgm:prSet presAssocID="{6C230327-1904-47CB-BB1D-FD9D9F4A90BF}" presName="parTx" presStyleLbl="alignNode1" presStyleIdx="4" presStyleCnt="5">
        <dgm:presLayoutVars>
          <dgm:chMax val="0"/>
          <dgm:chPref val="0"/>
          <dgm:bulletEnabled val="1"/>
        </dgm:presLayoutVars>
      </dgm:prSet>
      <dgm:spPr/>
    </dgm:pt>
    <dgm:pt modelId="{B16F636B-AE5E-4CCE-8FA9-24DFA1E64615}" type="pres">
      <dgm:prSet presAssocID="{6C230327-1904-47CB-BB1D-FD9D9F4A90BF}" presName="desTx" presStyleLbl="alignAccFollowNode1" presStyleIdx="4" presStyleCnt="5">
        <dgm:presLayoutVars>
          <dgm:bulletEnabled val="1"/>
        </dgm:presLayoutVars>
      </dgm:prSet>
      <dgm:spPr/>
    </dgm:pt>
  </dgm:ptLst>
  <dgm:cxnLst>
    <dgm:cxn modelId="{843DC009-565E-4885-901C-D886E9837BFD}" type="presOf" srcId="{EB81D1D4-3A06-49A6-9CBB-2A11D66B1783}" destId="{30479C4D-92A7-4148-A954-1F753DC42CF3}" srcOrd="0" destOrd="0" presId="urn:microsoft.com/office/officeart/2005/8/layout/hList1"/>
    <dgm:cxn modelId="{E9FED118-8FC1-46A3-BD00-F94098ECD6A4}" srcId="{013DD35D-9765-4E5F-95CE-DA45F3637BF5}" destId="{8F3B4B19-33F4-47AC-BE4E-B66181ED98B4}" srcOrd="2" destOrd="0" parTransId="{D56FE0BA-AE10-413D-B7E3-CD20C3731D50}" sibTransId="{2C34AF2B-9D07-4B75-9E74-1C680AB14CF6}"/>
    <dgm:cxn modelId="{9D215225-F96D-4063-9D39-2337B246C5AC}" type="presOf" srcId="{013DD35D-9765-4E5F-95CE-DA45F3637BF5}" destId="{C8FC339E-39F6-4A89-A23A-68C3243C6B19}" srcOrd="0" destOrd="0" presId="urn:microsoft.com/office/officeart/2005/8/layout/hList1"/>
    <dgm:cxn modelId="{4C2BF434-6D31-4BCB-A694-B6E3795770A2}" type="presOf" srcId="{E7DB8C28-3728-493B-A3D7-1FE9EFE7E4C2}" destId="{70A49A4C-6D17-4FCB-9C29-21F025026F9E}" srcOrd="0" destOrd="0" presId="urn:microsoft.com/office/officeart/2005/8/layout/hList1"/>
    <dgm:cxn modelId="{4688253A-F90F-4F32-98D6-592110551094}" type="presOf" srcId="{0AFF4C1B-302C-42EF-B59F-97CDC2799D17}" destId="{3232D775-33ED-44BE-9665-D5F655F5DD13}" srcOrd="0" destOrd="0" presId="urn:microsoft.com/office/officeart/2005/8/layout/hList1"/>
    <dgm:cxn modelId="{C23B5F60-F074-45B8-BB09-18AD4152539D}" srcId="{8F3B4B19-33F4-47AC-BE4E-B66181ED98B4}" destId="{0AFF4C1B-302C-42EF-B59F-97CDC2799D17}" srcOrd="0" destOrd="0" parTransId="{0EBE8459-BB53-4FEB-9003-4D3795F4559C}" sibTransId="{6755B5A7-26F9-4D2F-8EA9-DCC4A05B07D9}"/>
    <dgm:cxn modelId="{DF2D3747-AF1D-43CC-ACD2-1C81B945A006}" srcId="{013DD35D-9765-4E5F-95CE-DA45F3637BF5}" destId="{6C230327-1904-47CB-BB1D-FD9D9F4A90BF}" srcOrd="4" destOrd="0" parTransId="{F5865BF2-099D-45F3-9F9F-E9048C52D1A9}" sibTransId="{383C96B1-5630-4111-BDC2-DC9415E1D3B9}"/>
    <dgm:cxn modelId="{3556B375-4267-4980-9580-6A6923810F9D}" type="presOf" srcId="{25E771E7-8CF7-4491-9507-55BFE693DC7B}" destId="{53A970A0-87A4-4055-8444-4B32FD55679F}" srcOrd="0" destOrd="0" presId="urn:microsoft.com/office/officeart/2005/8/layout/hList1"/>
    <dgm:cxn modelId="{E2A7687A-526F-4212-8827-74E2D1AFDF17}" type="presOf" srcId="{3AA5C518-6101-47DE-A504-F7F8D31BAC0F}" destId="{B16F636B-AE5E-4CCE-8FA9-24DFA1E64615}" srcOrd="0" destOrd="0" presId="urn:microsoft.com/office/officeart/2005/8/layout/hList1"/>
    <dgm:cxn modelId="{E01FE584-0925-4BC0-9383-A1E85DE458FD}" srcId="{013DD35D-9765-4E5F-95CE-DA45F3637BF5}" destId="{25E771E7-8CF7-4491-9507-55BFE693DC7B}" srcOrd="0" destOrd="0" parTransId="{D34FC0B2-1D9D-47C1-B680-27EF2E97D428}" sibTransId="{B3CFB133-9C4F-4A0A-888D-0CEC78FFDFFC}"/>
    <dgm:cxn modelId="{8422E397-A2A7-4656-BDD0-A5DEE35EA0FC}" srcId="{013DD35D-9765-4E5F-95CE-DA45F3637BF5}" destId="{D76BB3CF-DF5A-41FB-B6A4-25743CF1642F}" srcOrd="1" destOrd="0" parTransId="{5DD1E055-F36A-4363-9BA1-453D18F6AA18}" sibTransId="{24234FDB-132A-43EF-B90D-1D285BFF51D4}"/>
    <dgm:cxn modelId="{E2F6ED9C-E6CA-4E7F-B747-37A284E29D24}" srcId="{D76BB3CF-DF5A-41FB-B6A4-25743CF1642F}" destId="{3F378E98-4217-47A9-8134-DE6C3ABFE041}" srcOrd="0" destOrd="0" parTransId="{48653CFB-283F-4824-B87B-943F5C5E7841}" sibTransId="{0638CE31-017E-4421-AF9D-A58647C395DF}"/>
    <dgm:cxn modelId="{35E5079F-5083-444F-AB81-20E3CA3E9BD6}" type="presOf" srcId="{D76BB3CF-DF5A-41FB-B6A4-25743CF1642F}" destId="{6DDDB16E-5E89-49FF-9D69-F27857F51C56}" srcOrd="0" destOrd="0" presId="urn:microsoft.com/office/officeart/2005/8/layout/hList1"/>
    <dgm:cxn modelId="{24B833A3-F1A5-4AF1-8328-525ABC870CC7}" type="presOf" srcId="{6C230327-1904-47CB-BB1D-FD9D9F4A90BF}" destId="{31A34E95-FDDE-4764-A7A2-F2CDEEADC6D2}" srcOrd="0" destOrd="0" presId="urn:microsoft.com/office/officeart/2005/8/layout/hList1"/>
    <dgm:cxn modelId="{8F41A8AC-1133-4B77-AB8F-1BA82485CE60}" type="presOf" srcId="{8F3B4B19-33F4-47AC-BE4E-B66181ED98B4}" destId="{5ACDDD2E-A6DA-4B3F-B366-D8D165C71718}" srcOrd="0" destOrd="0" presId="urn:microsoft.com/office/officeart/2005/8/layout/hList1"/>
    <dgm:cxn modelId="{5D5F46B2-925E-4A4E-A867-A220894EC4FD}" srcId="{80CB43E4-C30F-4DCA-A3E9-D12FA78CE0FB}" destId="{E7DB8C28-3728-493B-A3D7-1FE9EFE7E4C2}" srcOrd="0" destOrd="0" parTransId="{86C82348-62AC-47C0-A4F1-60BF58B70325}" sibTransId="{5399BFCE-FDB4-4666-81C7-DC36EB3DA553}"/>
    <dgm:cxn modelId="{7926B4C4-A502-49E6-B12D-81AAFC1A6C96}" type="presOf" srcId="{80CB43E4-C30F-4DCA-A3E9-D12FA78CE0FB}" destId="{C524BBDC-4A12-4957-832D-D660CECEAC53}" srcOrd="0" destOrd="0" presId="urn:microsoft.com/office/officeart/2005/8/layout/hList1"/>
    <dgm:cxn modelId="{5E008CC8-B8C6-4B46-94B0-C60406121E38}" srcId="{25E771E7-8CF7-4491-9507-55BFE693DC7B}" destId="{EB81D1D4-3A06-49A6-9CBB-2A11D66B1783}" srcOrd="0" destOrd="0" parTransId="{721F31C1-C769-40A8-9C34-A74470BAB532}" sibTransId="{0519A5BA-BBEC-4C39-9FFD-05D4C020199E}"/>
    <dgm:cxn modelId="{3A57B4D5-27C4-4372-954B-03F42D8D5B74}" srcId="{6C230327-1904-47CB-BB1D-FD9D9F4A90BF}" destId="{3AA5C518-6101-47DE-A504-F7F8D31BAC0F}" srcOrd="0" destOrd="0" parTransId="{C33DEA67-DC41-4FD7-BAF1-1EBBE63C3B81}" sibTransId="{84ADADB6-F501-44B3-B426-011C7C46A020}"/>
    <dgm:cxn modelId="{E3C761DA-B59A-4658-B3C8-B73D008958C7}" srcId="{013DD35D-9765-4E5F-95CE-DA45F3637BF5}" destId="{80CB43E4-C30F-4DCA-A3E9-D12FA78CE0FB}" srcOrd="3" destOrd="0" parTransId="{662CF9D0-9536-4AC8-90CC-1A9C062F4327}" sibTransId="{22BA2624-35EA-49E9-BC2A-8019555F56F6}"/>
    <dgm:cxn modelId="{1CADD0FF-5729-4229-8B56-BD1FE8199BD8}" type="presOf" srcId="{3F378E98-4217-47A9-8134-DE6C3ABFE041}" destId="{E073A826-7D3A-44DE-9A23-19A6213A5DC9}" srcOrd="0" destOrd="0" presId="urn:microsoft.com/office/officeart/2005/8/layout/hList1"/>
    <dgm:cxn modelId="{B9BD7136-F8E2-46D4-86A3-9F39AC0978AC}" type="presParOf" srcId="{C8FC339E-39F6-4A89-A23A-68C3243C6B19}" destId="{6D880849-3CF4-4B9A-AA3D-2012E655E86C}" srcOrd="0" destOrd="0" presId="urn:microsoft.com/office/officeart/2005/8/layout/hList1"/>
    <dgm:cxn modelId="{46B3147F-0F6E-4763-9B43-31D8426B8310}" type="presParOf" srcId="{6D880849-3CF4-4B9A-AA3D-2012E655E86C}" destId="{53A970A0-87A4-4055-8444-4B32FD55679F}" srcOrd="0" destOrd="0" presId="urn:microsoft.com/office/officeart/2005/8/layout/hList1"/>
    <dgm:cxn modelId="{E5FB3A68-8993-4B23-A453-CE3C306B6D1B}" type="presParOf" srcId="{6D880849-3CF4-4B9A-AA3D-2012E655E86C}" destId="{30479C4D-92A7-4148-A954-1F753DC42CF3}" srcOrd="1" destOrd="0" presId="urn:microsoft.com/office/officeart/2005/8/layout/hList1"/>
    <dgm:cxn modelId="{6B12D234-3FA8-48D6-8C4F-6FCCA1B66DB5}" type="presParOf" srcId="{C8FC339E-39F6-4A89-A23A-68C3243C6B19}" destId="{D69D8654-40D9-4F98-997A-46F1A786D984}" srcOrd="1" destOrd="0" presId="urn:microsoft.com/office/officeart/2005/8/layout/hList1"/>
    <dgm:cxn modelId="{875F7273-CD20-46BF-8AB7-789D52A4E0CB}" type="presParOf" srcId="{C8FC339E-39F6-4A89-A23A-68C3243C6B19}" destId="{37880899-2C43-4D97-BF52-758832B5C284}" srcOrd="2" destOrd="0" presId="urn:microsoft.com/office/officeart/2005/8/layout/hList1"/>
    <dgm:cxn modelId="{F3147B62-A2AE-4922-9FDB-162A1A757E07}" type="presParOf" srcId="{37880899-2C43-4D97-BF52-758832B5C284}" destId="{6DDDB16E-5E89-49FF-9D69-F27857F51C56}" srcOrd="0" destOrd="0" presId="urn:microsoft.com/office/officeart/2005/8/layout/hList1"/>
    <dgm:cxn modelId="{69F575BD-F97D-43D2-AB49-073551D9FE2A}" type="presParOf" srcId="{37880899-2C43-4D97-BF52-758832B5C284}" destId="{E073A826-7D3A-44DE-9A23-19A6213A5DC9}" srcOrd="1" destOrd="0" presId="urn:microsoft.com/office/officeart/2005/8/layout/hList1"/>
    <dgm:cxn modelId="{6F8F1119-2D5B-4301-A6CB-B58A5D7DD02E}" type="presParOf" srcId="{C8FC339E-39F6-4A89-A23A-68C3243C6B19}" destId="{7D6432E3-067A-4AC1-AB22-F0D44880ECB6}" srcOrd="3" destOrd="0" presId="urn:microsoft.com/office/officeart/2005/8/layout/hList1"/>
    <dgm:cxn modelId="{A19C6767-22D5-47D7-A387-4EBF49DD50DF}" type="presParOf" srcId="{C8FC339E-39F6-4A89-A23A-68C3243C6B19}" destId="{EBFEB845-6A67-41B7-8C99-698054EAA819}" srcOrd="4" destOrd="0" presId="urn:microsoft.com/office/officeart/2005/8/layout/hList1"/>
    <dgm:cxn modelId="{F17E0319-B992-4707-AE32-C31D4D79CA95}" type="presParOf" srcId="{EBFEB845-6A67-41B7-8C99-698054EAA819}" destId="{5ACDDD2E-A6DA-4B3F-B366-D8D165C71718}" srcOrd="0" destOrd="0" presId="urn:microsoft.com/office/officeart/2005/8/layout/hList1"/>
    <dgm:cxn modelId="{B65C01C1-1E26-41CF-B840-55EEBC838000}" type="presParOf" srcId="{EBFEB845-6A67-41B7-8C99-698054EAA819}" destId="{3232D775-33ED-44BE-9665-D5F655F5DD13}" srcOrd="1" destOrd="0" presId="urn:microsoft.com/office/officeart/2005/8/layout/hList1"/>
    <dgm:cxn modelId="{E7382133-8AB5-4D9D-B179-25ABD530669C}" type="presParOf" srcId="{C8FC339E-39F6-4A89-A23A-68C3243C6B19}" destId="{8FAD4832-6588-48D1-A537-95C2839EA1B3}" srcOrd="5" destOrd="0" presId="urn:microsoft.com/office/officeart/2005/8/layout/hList1"/>
    <dgm:cxn modelId="{72B4F15A-A0DA-4C56-9CE0-916D94F681AA}" type="presParOf" srcId="{C8FC339E-39F6-4A89-A23A-68C3243C6B19}" destId="{673787B6-A61C-416D-8E62-B73B5E97C444}" srcOrd="6" destOrd="0" presId="urn:microsoft.com/office/officeart/2005/8/layout/hList1"/>
    <dgm:cxn modelId="{813EA12F-2B1B-4DF4-BA61-D498348DB32E}" type="presParOf" srcId="{673787B6-A61C-416D-8E62-B73B5E97C444}" destId="{C524BBDC-4A12-4957-832D-D660CECEAC53}" srcOrd="0" destOrd="0" presId="urn:microsoft.com/office/officeart/2005/8/layout/hList1"/>
    <dgm:cxn modelId="{591C69AD-94F5-401B-B648-1D0755177D77}" type="presParOf" srcId="{673787B6-A61C-416D-8E62-B73B5E97C444}" destId="{70A49A4C-6D17-4FCB-9C29-21F025026F9E}" srcOrd="1" destOrd="0" presId="urn:microsoft.com/office/officeart/2005/8/layout/hList1"/>
    <dgm:cxn modelId="{52299F82-BC98-48AF-A747-CD966906C9A8}" type="presParOf" srcId="{C8FC339E-39F6-4A89-A23A-68C3243C6B19}" destId="{383AD359-E24C-4F68-B934-2F2C992494D2}" srcOrd="7" destOrd="0" presId="urn:microsoft.com/office/officeart/2005/8/layout/hList1"/>
    <dgm:cxn modelId="{62DB8F84-1303-4659-9AF1-8DCD622BFC3A}" type="presParOf" srcId="{C8FC339E-39F6-4A89-A23A-68C3243C6B19}" destId="{61D1CB56-CE53-4431-BAD9-0789E09DFD6B}" srcOrd="8" destOrd="0" presId="urn:microsoft.com/office/officeart/2005/8/layout/hList1"/>
    <dgm:cxn modelId="{19635CC3-E362-40BE-831B-068DA468B058}" type="presParOf" srcId="{61D1CB56-CE53-4431-BAD9-0789E09DFD6B}" destId="{31A34E95-FDDE-4764-A7A2-F2CDEEADC6D2}" srcOrd="0" destOrd="0" presId="urn:microsoft.com/office/officeart/2005/8/layout/hList1"/>
    <dgm:cxn modelId="{97FEA316-B612-4138-B7FD-B54FACA131D0}" type="presParOf" srcId="{61D1CB56-CE53-4431-BAD9-0789E09DFD6B}" destId="{B16F636B-AE5E-4CCE-8FA9-24DFA1E646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3A970A0-87A4-4055-8444-4B32FD55679F}">
      <dsp:nvSpPr>
        <dsp:cNvPr id="0" name=""/>
        <dsp:cNvSpPr/>
      </dsp:nvSpPr>
      <dsp:spPr>
        <a:xfrm>
          <a:off x="5229" y="15371"/>
          <a:ext cx="2004764" cy="801905"/>
        </a:xfrm>
        <a:prstGeom prst="rect">
          <a:avLst/>
        </a:prstGeom>
        <a:solidFill>
          <a:schemeClr val="accent1"/>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rtlCol="0" anchor="ctr" anchorCtr="0">
          <a:noAutofit/>
        </a:bodyPr>
        <a:lstStyle/>
        <a:p>
          <a:pPr marL="0" lvl="0" indent="0" algn="ctr" defTabSz="889000" rtl="0">
            <a:lnSpc>
              <a:spcPct val="90000"/>
            </a:lnSpc>
            <a:spcBef>
              <a:spcPct val="0"/>
            </a:spcBef>
            <a:spcAft>
              <a:spcPct val="35000"/>
            </a:spcAft>
            <a:buNone/>
          </a:pPr>
          <a:r>
            <a:rPr lang="fr-FR" sz="2000" b="1" kern="1200" noProof="0" dirty="0">
              <a:solidFill>
                <a:schemeClr val="tx1"/>
              </a:solidFill>
              <a:latin typeface="+mj-lt"/>
            </a:rPr>
            <a:t>Titre</a:t>
          </a:r>
        </a:p>
      </dsp:txBody>
      <dsp:txXfrm>
        <a:off x="5229" y="15371"/>
        <a:ext cx="2004764" cy="801905"/>
      </dsp:txXfrm>
    </dsp:sp>
    <dsp:sp modelId="{30479C4D-92A7-4148-A954-1F753DC42CF3}">
      <dsp:nvSpPr>
        <dsp:cNvPr id="0" name=""/>
        <dsp:cNvSpPr/>
      </dsp:nvSpPr>
      <dsp:spPr>
        <a:xfrm>
          <a:off x="5229" y="817277"/>
          <a:ext cx="2004764" cy="2944012"/>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rtlCol="0" anchor="t" anchorCtr="0">
          <a:noAutofit/>
        </a:bodyPr>
        <a:lstStyle/>
        <a:p>
          <a:pPr marL="0" lvl="1" indent="-171450" algn="l" defTabSz="711200" rtl="0">
            <a:lnSpc>
              <a:spcPct val="100000"/>
            </a:lnSpc>
            <a:spcBef>
              <a:spcPct val="0"/>
            </a:spcBef>
            <a:spcAft>
              <a:spcPct val="15000"/>
            </a:spcAft>
            <a:buFont typeface="Arial" panose="020B0604020202020204" pitchFamily="34" charset="0"/>
            <a:buNone/>
          </a:pPr>
          <a:r>
            <a:rPr lang="fr-FR" sz="1600" b="0" i="0" kern="1200" noProof="0" dirty="0"/>
            <a:t>Pour commencer une présentation, accédez à l’onglet Diaporama et sélectionnez À partir du début.</a:t>
          </a:r>
          <a:endParaRPr lang="fr-FR" sz="1600" kern="1200" noProof="0" dirty="0"/>
        </a:p>
      </dsp:txBody>
      <dsp:txXfrm>
        <a:off x="5229" y="817277"/>
        <a:ext cx="2004764" cy="2944012"/>
      </dsp:txXfrm>
    </dsp:sp>
    <dsp:sp modelId="{6DDDB16E-5E89-49FF-9D69-F27857F51C56}">
      <dsp:nvSpPr>
        <dsp:cNvPr id="0" name=""/>
        <dsp:cNvSpPr/>
      </dsp:nvSpPr>
      <dsp:spPr>
        <a:xfrm>
          <a:off x="2290661" y="15371"/>
          <a:ext cx="2004764" cy="801905"/>
        </a:xfrm>
        <a:prstGeom prst="rect">
          <a:avLst/>
        </a:prstGeom>
        <a:solidFill>
          <a:schemeClr val="accent1">
            <a:alpha val="2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rtlCol="0" anchor="ctr" anchorCtr="0">
          <a:noAutofit/>
        </a:bodyPr>
        <a:lstStyle/>
        <a:p>
          <a:pPr marL="0" lvl="0" indent="0" algn="ctr" defTabSz="889000" rtl="0">
            <a:lnSpc>
              <a:spcPct val="90000"/>
            </a:lnSpc>
            <a:spcBef>
              <a:spcPct val="0"/>
            </a:spcBef>
            <a:spcAft>
              <a:spcPct val="35000"/>
            </a:spcAft>
            <a:buNone/>
          </a:pPr>
          <a:r>
            <a:rPr lang="fr-FR" sz="2000" b="1" kern="1200" noProof="0" dirty="0">
              <a:solidFill>
                <a:schemeClr val="tx1"/>
              </a:solidFill>
              <a:latin typeface="+mj-lt"/>
            </a:rPr>
            <a:t>Titre</a:t>
          </a:r>
        </a:p>
      </dsp:txBody>
      <dsp:txXfrm>
        <a:off x="2290661" y="15371"/>
        <a:ext cx="2004764" cy="801905"/>
      </dsp:txXfrm>
    </dsp:sp>
    <dsp:sp modelId="{E073A826-7D3A-44DE-9A23-19A6213A5DC9}">
      <dsp:nvSpPr>
        <dsp:cNvPr id="0" name=""/>
        <dsp:cNvSpPr/>
      </dsp:nvSpPr>
      <dsp:spPr>
        <a:xfrm>
          <a:off x="2290661" y="817277"/>
          <a:ext cx="2004764" cy="2944012"/>
        </a:xfrm>
        <a:prstGeom prst="rect">
          <a:avLst/>
        </a:prstGeom>
        <a:solidFill>
          <a:schemeClr val="accent5">
            <a:tint val="40000"/>
            <a:alpha val="90000"/>
            <a:hueOff val="-1268733"/>
            <a:satOff val="-15196"/>
            <a:lumOff val="-1429"/>
            <a:alphaOff val="0"/>
          </a:schemeClr>
        </a:solidFill>
        <a:ln w="12700" cap="flat" cmpd="sng" algn="ctr">
          <a:solidFill>
            <a:schemeClr val="accent5">
              <a:tint val="40000"/>
              <a:alpha val="90000"/>
              <a:hueOff val="-1268733"/>
              <a:satOff val="-15196"/>
              <a:lumOff val="-142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rtlCol="0" anchor="t" anchorCtr="0">
          <a:noAutofit/>
        </a:bodyPr>
        <a:lstStyle/>
        <a:p>
          <a:pPr marL="0" lvl="1" indent="-171450" algn="l" defTabSz="711200" rtl="0">
            <a:lnSpc>
              <a:spcPct val="100000"/>
            </a:lnSpc>
            <a:spcBef>
              <a:spcPct val="0"/>
            </a:spcBef>
            <a:spcAft>
              <a:spcPct val="15000"/>
            </a:spcAft>
            <a:buFont typeface="Arial" panose="020B0604020202020204" pitchFamily="34" charset="0"/>
            <a:buNone/>
          </a:pPr>
          <a:r>
            <a:rPr lang="fr-FR" sz="1600" b="0" i="0" kern="1200" noProof="0" dirty="0">
              <a:solidFill>
                <a:schemeClr val="tx1"/>
              </a:solidFill>
            </a:rPr>
            <a:t>Pour afficher le mode Présentateur, en mode Diaporama, sur la barre de contrôle en bas à gauche, sélectionnez les points de suspension, puis Mode Présentateur. </a:t>
          </a:r>
          <a:endParaRPr lang="fr-FR" sz="1600" kern="1200" noProof="0" dirty="0">
            <a:solidFill>
              <a:schemeClr val="tx1"/>
            </a:solidFill>
          </a:endParaRPr>
        </a:p>
      </dsp:txBody>
      <dsp:txXfrm>
        <a:off x="2290661" y="817277"/>
        <a:ext cx="2004764" cy="2944012"/>
      </dsp:txXfrm>
    </dsp:sp>
    <dsp:sp modelId="{5ACDDD2E-A6DA-4B3F-B366-D8D165C71718}">
      <dsp:nvSpPr>
        <dsp:cNvPr id="0" name=""/>
        <dsp:cNvSpPr/>
      </dsp:nvSpPr>
      <dsp:spPr>
        <a:xfrm>
          <a:off x="4576092" y="15371"/>
          <a:ext cx="2004764" cy="801905"/>
        </a:xfrm>
        <a:prstGeom prst="rect">
          <a:avLst/>
        </a:prstGeom>
        <a:solidFill>
          <a:schemeClr val="accent3"/>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rtlCol="0" anchor="ctr" anchorCtr="0">
          <a:noAutofit/>
        </a:bodyPr>
        <a:lstStyle/>
        <a:p>
          <a:pPr marL="0" lvl="0" indent="0" algn="ctr" defTabSz="889000" rtl="0">
            <a:lnSpc>
              <a:spcPct val="90000"/>
            </a:lnSpc>
            <a:spcBef>
              <a:spcPct val="0"/>
            </a:spcBef>
            <a:spcAft>
              <a:spcPct val="35000"/>
            </a:spcAft>
            <a:buNone/>
          </a:pPr>
          <a:r>
            <a:rPr lang="fr-FR" sz="2000" b="1" kern="1200" noProof="0" dirty="0">
              <a:solidFill>
                <a:schemeClr val="tx1"/>
              </a:solidFill>
              <a:latin typeface="+mj-lt"/>
            </a:rPr>
            <a:t>Titre</a:t>
          </a:r>
        </a:p>
      </dsp:txBody>
      <dsp:txXfrm>
        <a:off x="4576092" y="15371"/>
        <a:ext cx="2004764" cy="801905"/>
      </dsp:txXfrm>
    </dsp:sp>
    <dsp:sp modelId="{3232D775-33ED-44BE-9665-D5F655F5DD13}">
      <dsp:nvSpPr>
        <dsp:cNvPr id="0" name=""/>
        <dsp:cNvSpPr/>
      </dsp:nvSpPr>
      <dsp:spPr>
        <a:xfrm>
          <a:off x="4576092" y="817277"/>
          <a:ext cx="2004764" cy="2944012"/>
        </a:xfrm>
        <a:prstGeom prst="rect">
          <a:avLst/>
        </a:prstGeom>
        <a:solidFill>
          <a:schemeClr val="accent5">
            <a:tint val="40000"/>
            <a:alpha val="90000"/>
            <a:hueOff val="-2537466"/>
            <a:satOff val="-30391"/>
            <a:lumOff val="-2858"/>
            <a:alphaOff val="0"/>
          </a:schemeClr>
        </a:solidFill>
        <a:ln w="12700" cap="flat" cmpd="sng" algn="ctr">
          <a:solidFill>
            <a:schemeClr val="accent5">
              <a:tint val="40000"/>
              <a:alpha val="90000"/>
              <a:hueOff val="-2537466"/>
              <a:satOff val="-30391"/>
              <a:lumOff val="-285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rtlCol="0" anchor="t" anchorCtr="0">
          <a:noAutofit/>
        </a:bodyPr>
        <a:lstStyle/>
        <a:p>
          <a:pPr marL="0" lvl="1" indent="-171450" algn="l" defTabSz="711200" rtl="0">
            <a:lnSpc>
              <a:spcPct val="100000"/>
            </a:lnSpc>
            <a:spcBef>
              <a:spcPct val="0"/>
            </a:spcBef>
            <a:spcAft>
              <a:spcPct val="15000"/>
            </a:spcAft>
            <a:buFont typeface="Arial" panose="020B0604020202020204" pitchFamily="34" charset="0"/>
            <a:buNone/>
          </a:pPr>
          <a:r>
            <a:rPr lang="fr-FR" sz="1600" b="0" i="0" kern="1200" noProof="0" dirty="0"/>
            <a:t>Pendant votre présentation, les notes du présentateur sont visibles sur votre écran, mais ne sont pas visibles pour l’auditoire. </a:t>
          </a:r>
          <a:endParaRPr lang="fr-FR" sz="1600" kern="1200" noProof="0" dirty="0"/>
        </a:p>
      </dsp:txBody>
      <dsp:txXfrm>
        <a:off x="4576092" y="817277"/>
        <a:ext cx="2004764" cy="2944012"/>
      </dsp:txXfrm>
    </dsp:sp>
    <dsp:sp modelId="{C524BBDC-4A12-4957-832D-D660CECEAC53}">
      <dsp:nvSpPr>
        <dsp:cNvPr id="0" name=""/>
        <dsp:cNvSpPr/>
      </dsp:nvSpPr>
      <dsp:spPr>
        <a:xfrm>
          <a:off x="6861524" y="15371"/>
          <a:ext cx="2004764" cy="801905"/>
        </a:xfrm>
        <a:prstGeom prst="rect">
          <a:avLst/>
        </a:prstGeom>
        <a:solidFill>
          <a:schemeClr val="accent3">
            <a:alpha val="2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rtlCol="0" anchor="ctr" anchorCtr="0">
          <a:noAutofit/>
        </a:bodyPr>
        <a:lstStyle/>
        <a:p>
          <a:pPr marL="0" lvl="0" indent="0" algn="ctr" defTabSz="889000" rtl="0">
            <a:lnSpc>
              <a:spcPct val="90000"/>
            </a:lnSpc>
            <a:spcBef>
              <a:spcPct val="0"/>
            </a:spcBef>
            <a:spcAft>
              <a:spcPct val="35000"/>
            </a:spcAft>
            <a:buNone/>
          </a:pPr>
          <a:r>
            <a:rPr lang="fr-FR" sz="2000" b="1" kern="1200" noProof="0" dirty="0">
              <a:solidFill>
                <a:schemeClr val="tx1"/>
              </a:solidFill>
              <a:latin typeface="+mj-lt"/>
            </a:rPr>
            <a:t>Titre</a:t>
          </a:r>
          <a:endParaRPr lang="fr-FR" sz="2800" b="1" kern="1200" noProof="0" dirty="0">
            <a:solidFill>
              <a:schemeClr val="tx1"/>
            </a:solidFill>
            <a:latin typeface="+mj-lt"/>
          </a:endParaRPr>
        </a:p>
      </dsp:txBody>
      <dsp:txXfrm>
        <a:off x="6861524" y="15371"/>
        <a:ext cx="2004764" cy="801905"/>
      </dsp:txXfrm>
    </dsp:sp>
    <dsp:sp modelId="{70A49A4C-6D17-4FCB-9C29-21F025026F9E}">
      <dsp:nvSpPr>
        <dsp:cNvPr id="0" name=""/>
        <dsp:cNvSpPr/>
      </dsp:nvSpPr>
      <dsp:spPr>
        <a:xfrm>
          <a:off x="6861524" y="817277"/>
          <a:ext cx="2004764" cy="2944012"/>
        </a:xfrm>
        <a:prstGeom prst="rect">
          <a:avLst/>
        </a:prstGeom>
        <a:solidFill>
          <a:schemeClr val="accent5">
            <a:tint val="40000"/>
            <a:alpha val="90000"/>
            <a:hueOff val="-3806200"/>
            <a:satOff val="-45587"/>
            <a:lumOff val="-4287"/>
            <a:alphaOff val="0"/>
          </a:schemeClr>
        </a:solidFill>
        <a:ln w="12700" cap="flat" cmpd="sng" algn="ctr">
          <a:solidFill>
            <a:schemeClr val="accent5">
              <a:tint val="40000"/>
              <a:alpha val="90000"/>
              <a:hueOff val="-3806200"/>
              <a:satOff val="-45587"/>
              <a:lumOff val="-428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rtlCol="0" anchor="t" anchorCtr="0">
          <a:noAutofit/>
        </a:bodyPr>
        <a:lstStyle/>
        <a:p>
          <a:pPr marL="0" lvl="1" indent="-171450" algn="l" defTabSz="711200" rtl="0">
            <a:lnSpc>
              <a:spcPct val="100000"/>
            </a:lnSpc>
            <a:spcBef>
              <a:spcPct val="0"/>
            </a:spcBef>
            <a:spcAft>
              <a:spcPct val="15000"/>
            </a:spcAft>
            <a:buFont typeface="Arial" panose="020B0604020202020204" pitchFamily="34" charset="0"/>
            <a:buNone/>
          </a:pPr>
          <a:r>
            <a:rPr lang="fr-FR" sz="1600" b="0" i="0" kern="1200" noProof="0" dirty="0">
              <a:solidFill>
                <a:schemeClr val="tx1"/>
              </a:solidFill>
            </a:rPr>
            <a:t>Le volet de notes est une zone qui apparaît en dessous de chaque diapositive. Appuyez dessus pour ajouter des notes. </a:t>
          </a:r>
          <a:endParaRPr lang="fr-FR" sz="1600" kern="1200" noProof="0" dirty="0">
            <a:solidFill>
              <a:schemeClr val="tx1"/>
            </a:solidFill>
          </a:endParaRPr>
        </a:p>
      </dsp:txBody>
      <dsp:txXfrm>
        <a:off x="6861524" y="817277"/>
        <a:ext cx="2004764" cy="2944012"/>
      </dsp:txXfrm>
    </dsp:sp>
    <dsp:sp modelId="{31A34E95-FDDE-4764-A7A2-F2CDEEADC6D2}">
      <dsp:nvSpPr>
        <dsp:cNvPr id="0" name=""/>
        <dsp:cNvSpPr/>
      </dsp:nvSpPr>
      <dsp:spPr>
        <a:xfrm>
          <a:off x="9146955" y="15371"/>
          <a:ext cx="2004764" cy="801905"/>
        </a:xfrm>
        <a:prstGeom prst="rect">
          <a:avLst/>
        </a:prstGeom>
        <a:solidFill>
          <a:schemeClr val="bg1">
            <a:lumMod val="85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rtlCol="0" anchor="ctr" anchorCtr="0">
          <a:noAutofit/>
        </a:bodyPr>
        <a:lstStyle/>
        <a:p>
          <a:pPr marL="0" lvl="0" indent="0" algn="ctr" defTabSz="889000" rtl="0">
            <a:lnSpc>
              <a:spcPct val="90000"/>
            </a:lnSpc>
            <a:spcBef>
              <a:spcPct val="0"/>
            </a:spcBef>
            <a:spcAft>
              <a:spcPct val="35000"/>
            </a:spcAft>
            <a:buNone/>
          </a:pPr>
          <a:r>
            <a:rPr lang="fr-FR" sz="2000" b="1" kern="1200" noProof="0" dirty="0">
              <a:solidFill>
                <a:schemeClr val="tx1"/>
              </a:solidFill>
              <a:latin typeface="+mj-lt"/>
            </a:rPr>
            <a:t>Titre</a:t>
          </a:r>
          <a:endParaRPr lang="fr-FR" sz="2800" b="1" kern="1200" noProof="0" dirty="0">
            <a:solidFill>
              <a:schemeClr val="tx1"/>
            </a:solidFill>
            <a:latin typeface="+mj-lt"/>
          </a:endParaRPr>
        </a:p>
      </dsp:txBody>
      <dsp:txXfrm>
        <a:off x="9146955" y="15371"/>
        <a:ext cx="2004764" cy="801905"/>
      </dsp:txXfrm>
    </dsp:sp>
    <dsp:sp modelId="{B16F636B-AE5E-4CCE-8FA9-24DFA1E64615}">
      <dsp:nvSpPr>
        <dsp:cNvPr id="0" name=""/>
        <dsp:cNvSpPr/>
      </dsp:nvSpPr>
      <dsp:spPr>
        <a:xfrm>
          <a:off x="9146955" y="817277"/>
          <a:ext cx="2004764" cy="2944012"/>
        </a:xfrm>
        <a:prstGeom prst="rect">
          <a:avLst/>
        </a:prstGeom>
        <a:solidFill>
          <a:schemeClr val="accent5">
            <a:tint val="40000"/>
            <a:alpha val="90000"/>
            <a:hueOff val="-5074933"/>
            <a:satOff val="-60782"/>
            <a:lumOff val="-5716"/>
            <a:alphaOff val="0"/>
          </a:schemeClr>
        </a:solidFill>
        <a:ln w="12700" cap="flat" cmpd="sng" algn="ctr">
          <a:solidFill>
            <a:schemeClr val="accent5">
              <a:tint val="40000"/>
              <a:alpha val="90000"/>
              <a:hueOff val="-5074933"/>
              <a:satOff val="-60782"/>
              <a:lumOff val="-5716"/>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rtlCol="0" anchor="t" anchorCtr="0">
          <a:noAutofit/>
        </a:bodyPr>
        <a:lstStyle/>
        <a:p>
          <a:pPr marL="0" lvl="1" indent="-171450" algn="l" defTabSz="711200" rtl="0">
            <a:lnSpc>
              <a:spcPct val="100000"/>
            </a:lnSpc>
            <a:spcBef>
              <a:spcPct val="0"/>
            </a:spcBef>
            <a:spcAft>
              <a:spcPct val="15000"/>
            </a:spcAft>
            <a:buFont typeface="Arial" panose="020B0604020202020204" pitchFamily="34" charset="0"/>
            <a:buNone/>
          </a:pPr>
          <a:r>
            <a:rPr lang="fr-FR" sz="1600" b="0" i="0" kern="1200" noProof="0" dirty="0">
              <a:solidFill>
                <a:schemeClr val="tx1"/>
              </a:solidFill>
            </a:rPr>
            <a:t>Si le volet de notes n’apparaît pas ou s’il est complètement réduit, cliquez sur Notes dans la barre des tâches au bas de la fenêtre PowerPoint. </a:t>
          </a:r>
          <a:endParaRPr lang="fr-FR" sz="1600" kern="1200" noProof="0" dirty="0">
            <a:solidFill>
              <a:schemeClr val="tx1"/>
            </a:solidFill>
          </a:endParaRPr>
        </a:p>
      </dsp:txBody>
      <dsp:txXfrm>
        <a:off x="9146955" y="817277"/>
        <a:ext cx="2004764" cy="2944012"/>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35F37830-0032-42FE-BB7D-4D0AEAE76A4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E6D4F4FE-5BC5-49AA-86B9-F8316897080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E2DFA899-6BDB-45C9-946A-2F5DBB8DE804}" type="datetime1">
              <a:rPr lang="fr-FR" smtClean="0"/>
              <a:t>26/05/2026</a:t>
            </a:fld>
            <a:endParaRPr lang="fr-FR"/>
          </a:p>
        </p:txBody>
      </p:sp>
      <p:sp>
        <p:nvSpPr>
          <p:cNvPr id="4" name="Espace réservé du pied de page 3">
            <a:extLst>
              <a:ext uri="{FF2B5EF4-FFF2-40B4-BE49-F238E27FC236}">
                <a16:creationId xmlns:a16="http://schemas.microsoft.com/office/drawing/2014/main" id="{8B6F02CC-5414-4BB2-A7DD-9EF9BB13A4A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5E891B5D-A255-454F-9ABC-4D3310921B8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F5B3D83-8D1A-4DFC-A85C-775CC8A19941}" type="slidenum">
              <a:rPr lang="fr-FR" smtClean="0"/>
              <a:t>‹N°›</a:t>
            </a:fld>
            <a:endParaRPr lang="fr-FR"/>
          </a:p>
        </p:txBody>
      </p:sp>
    </p:spTree>
    <p:extLst>
      <p:ext uri="{BB962C8B-B14F-4D97-AF65-F5344CB8AC3E}">
        <p14:creationId xmlns:p14="http://schemas.microsoft.com/office/powerpoint/2010/main" val="21107771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3D3324-EB6D-49CC-AD79-1ACDDDC10179}" type="datetime1">
              <a:rPr lang="fr-FR" smtClean="0"/>
              <a:pPr/>
              <a:t>26/05/2026</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6702109-9DB5-4930-9529-97D0F7F71D9D}" type="slidenum">
              <a:rPr lang="fr-FR" noProof="0" smtClean="0"/>
              <a:t>‹N°›</a:t>
            </a:fld>
            <a:endParaRPr lang="fr-FR" noProof="0"/>
          </a:p>
        </p:txBody>
      </p:sp>
    </p:spTree>
    <p:extLst>
      <p:ext uri="{BB962C8B-B14F-4D97-AF65-F5344CB8AC3E}">
        <p14:creationId xmlns:p14="http://schemas.microsoft.com/office/powerpoint/2010/main" val="240454552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96702109-9DB5-4930-9529-97D0F7F71D9D}" type="slidenum">
              <a:rPr lang="fr-FR" smtClean="0"/>
              <a:t>1</a:t>
            </a:fld>
            <a:endParaRPr lang="fr-FR"/>
          </a:p>
        </p:txBody>
      </p:sp>
    </p:spTree>
    <p:extLst>
      <p:ext uri="{BB962C8B-B14F-4D97-AF65-F5344CB8AC3E}">
        <p14:creationId xmlns:p14="http://schemas.microsoft.com/office/powerpoint/2010/main" val="32390261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2</a:t>
            </a:fld>
            <a:endParaRPr lang="fr-FR"/>
          </a:p>
        </p:txBody>
      </p:sp>
    </p:spTree>
    <p:extLst>
      <p:ext uri="{BB962C8B-B14F-4D97-AF65-F5344CB8AC3E}">
        <p14:creationId xmlns:p14="http://schemas.microsoft.com/office/powerpoint/2010/main" val="17035127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3</a:t>
            </a:fld>
            <a:endParaRPr lang="fr-FR"/>
          </a:p>
        </p:txBody>
      </p:sp>
    </p:spTree>
    <p:extLst>
      <p:ext uri="{BB962C8B-B14F-4D97-AF65-F5344CB8AC3E}">
        <p14:creationId xmlns:p14="http://schemas.microsoft.com/office/powerpoint/2010/main" val="16233693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96702109-9DB5-4930-9529-97D0F7F71D9D}" type="slidenum">
              <a:rPr lang="fr-FR" smtClean="0"/>
              <a:t>6</a:t>
            </a:fld>
            <a:endParaRPr lang="fr-FR"/>
          </a:p>
        </p:txBody>
      </p:sp>
    </p:spTree>
    <p:extLst>
      <p:ext uri="{BB962C8B-B14F-4D97-AF65-F5344CB8AC3E}">
        <p14:creationId xmlns:p14="http://schemas.microsoft.com/office/powerpoint/2010/main" val="2110786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7</a:t>
            </a:fld>
            <a:endParaRPr lang="fr-FR"/>
          </a:p>
        </p:txBody>
      </p:sp>
    </p:spTree>
    <p:extLst>
      <p:ext uri="{BB962C8B-B14F-4D97-AF65-F5344CB8AC3E}">
        <p14:creationId xmlns:p14="http://schemas.microsoft.com/office/powerpoint/2010/main" val="15862097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96702109-9DB5-4930-9529-97D0F7F71D9D}" type="slidenum">
              <a:rPr lang="fr-FR" smtClean="0"/>
              <a:t>8</a:t>
            </a:fld>
            <a:endParaRPr lang="fr-FR"/>
          </a:p>
        </p:txBody>
      </p:sp>
    </p:spTree>
    <p:extLst>
      <p:ext uri="{BB962C8B-B14F-4D97-AF65-F5344CB8AC3E}">
        <p14:creationId xmlns:p14="http://schemas.microsoft.com/office/powerpoint/2010/main" val="2932363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9</a:t>
            </a:fld>
            <a:endParaRPr lang="fr-FR"/>
          </a:p>
        </p:txBody>
      </p:sp>
    </p:spTree>
    <p:extLst>
      <p:ext uri="{BB962C8B-B14F-4D97-AF65-F5344CB8AC3E}">
        <p14:creationId xmlns:p14="http://schemas.microsoft.com/office/powerpoint/2010/main" val="12897074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10</a:t>
            </a:fld>
            <a:endParaRPr lang="fr-FR"/>
          </a:p>
        </p:txBody>
      </p:sp>
    </p:spTree>
    <p:extLst>
      <p:ext uri="{BB962C8B-B14F-4D97-AF65-F5344CB8AC3E}">
        <p14:creationId xmlns:p14="http://schemas.microsoft.com/office/powerpoint/2010/main" val="2810189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D1C27E24-5B5B-4605-9165-13141795F0CE}"/>
              </a:ext>
            </a:extLst>
          </p:cNvPr>
          <p:cNvSpPr>
            <a:spLocks noGrp="1"/>
          </p:cNvSpPr>
          <p:nvPr>
            <p:ph type="title" hasCustomPrompt="1"/>
          </p:nvPr>
        </p:nvSpPr>
        <p:spPr>
          <a:xfrm>
            <a:off x="0" y="3672869"/>
            <a:ext cx="12191998" cy="3200134"/>
          </a:xfrm>
          <a:custGeom>
            <a:avLst/>
            <a:gdLst>
              <a:gd name="connsiteX0" fmla="*/ 0 w 12191998"/>
              <a:gd name="connsiteY0" fmla="*/ 0 h 2476346"/>
              <a:gd name="connsiteX1" fmla="*/ 12191998 w 12191998"/>
              <a:gd name="connsiteY1" fmla="*/ 0 h 2476346"/>
              <a:gd name="connsiteX2" fmla="*/ 12191998 w 12191998"/>
              <a:gd name="connsiteY2" fmla="*/ 2476346 h 2476346"/>
              <a:gd name="connsiteX3" fmla="*/ 0 w 12191998"/>
              <a:gd name="connsiteY3" fmla="*/ 2476346 h 2476346"/>
              <a:gd name="connsiteX4" fmla="*/ 0 w 12191998"/>
              <a:gd name="connsiteY4" fmla="*/ 0 h 2476346"/>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36125 h 2757568"/>
              <a:gd name="connsiteX1" fmla="*/ 12191998 w 12191998"/>
              <a:gd name="connsiteY1" fmla="*/ 281222 h 2757568"/>
              <a:gd name="connsiteX2" fmla="*/ 12191998 w 12191998"/>
              <a:gd name="connsiteY2" fmla="*/ 2757568 h 2757568"/>
              <a:gd name="connsiteX3" fmla="*/ 0 w 12191998"/>
              <a:gd name="connsiteY3" fmla="*/ 2757568 h 2757568"/>
              <a:gd name="connsiteX4" fmla="*/ 0 w 12191998"/>
              <a:gd name="connsiteY4" fmla="*/ 36125 h 2757568"/>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403170 h 3124613"/>
              <a:gd name="connsiteX1" fmla="*/ 6591300 w 12191998"/>
              <a:gd name="connsiteY1" fmla="*/ 15890 h 3124613"/>
              <a:gd name="connsiteX2" fmla="*/ 12191998 w 12191998"/>
              <a:gd name="connsiteY2" fmla="*/ 648267 h 3124613"/>
              <a:gd name="connsiteX3" fmla="*/ 12191998 w 12191998"/>
              <a:gd name="connsiteY3" fmla="*/ 3124613 h 3124613"/>
              <a:gd name="connsiteX4" fmla="*/ 0 w 12191998"/>
              <a:gd name="connsiteY4" fmla="*/ 3124613 h 3124613"/>
              <a:gd name="connsiteX5" fmla="*/ 0 w 12191998"/>
              <a:gd name="connsiteY5" fmla="*/ 403170 h 312461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530729 h 3252172"/>
              <a:gd name="connsiteX1" fmla="*/ 6591300 w 12191998"/>
              <a:gd name="connsiteY1" fmla="*/ 143449 h 3252172"/>
              <a:gd name="connsiteX2" fmla="*/ 12191998 w 12191998"/>
              <a:gd name="connsiteY2" fmla="*/ 189086 h 3252172"/>
              <a:gd name="connsiteX3" fmla="*/ 12191998 w 12191998"/>
              <a:gd name="connsiteY3" fmla="*/ 3252172 h 3252172"/>
              <a:gd name="connsiteX4" fmla="*/ 0 w 12191998"/>
              <a:gd name="connsiteY4" fmla="*/ 3252172 h 3252172"/>
              <a:gd name="connsiteX5" fmla="*/ 0 w 12191998"/>
              <a:gd name="connsiteY5" fmla="*/ 530729 h 3252172"/>
              <a:gd name="connsiteX0" fmla="*/ 0 w 12191998"/>
              <a:gd name="connsiteY0" fmla="*/ 387280 h 3108723"/>
              <a:gd name="connsiteX1" fmla="*/ 6591300 w 12191998"/>
              <a:gd name="connsiteY1" fmla="*/ 0 h 3108723"/>
              <a:gd name="connsiteX2" fmla="*/ 12191998 w 12191998"/>
              <a:gd name="connsiteY2" fmla="*/ 4563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405622 h 3127065"/>
              <a:gd name="connsiteX1" fmla="*/ 6591300 w 12191998"/>
              <a:gd name="connsiteY1" fmla="*/ 18342 h 3127065"/>
              <a:gd name="connsiteX2" fmla="*/ 12191998 w 12191998"/>
              <a:gd name="connsiteY2" fmla="*/ 63979 h 3127065"/>
              <a:gd name="connsiteX3" fmla="*/ 12191998 w 12191998"/>
              <a:gd name="connsiteY3" fmla="*/ 3127065 h 3127065"/>
              <a:gd name="connsiteX4" fmla="*/ 0 w 12191998"/>
              <a:gd name="connsiteY4" fmla="*/ 3127065 h 3127065"/>
              <a:gd name="connsiteX5" fmla="*/ 0 w 12191998"/>
              <a:gd name="connsiteY5" fmla="*/ 405622 h 3127065"/>
              <a:gd name="connsiteX0" fmla="*/ 0 w 12191998"/>
              <a:gd name="connsiteY0" fmla="*/ 478691 h 3200134"/>
              <a:gd name="connsiteX1" fmla="*/ 6591300 w 12191998"/>
              <a:gd name="connsiteY1" fmla="*/ 91411 h 3200134"/>
              <a:gd name="connsiteX2" fmla="*/ 12191998 w 12191998"/>
              <a:gd name="connsiteY2" fmla="*/ 137048 h 3200134"/>
              <a:gd name="connsiteX3" fmla="*/ 12191998 w 12191998"/>
              <a:gd name="connsiteY3" fmla="*/ 3200134 h 3200134"/>
              <a:gd name="connsiteX4" fmla="*/ 0 w 12191998"/>
              <a:gd name="connsiteY4" fmla="*/ 3200134 h 3200134"/>
              <a:gd name="connsiteX5" fmla="*/ 0 w 12191998"/>
              <a:gd name="connsiteY5" fmla="*/ 478691 h 3200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1998" h="3200134">
                <a:moveTo>
                  <a:pt x="0" y="478691"/>
                </a:moveTo>
                <a:cubicBezTo>
                  <a:pt x="1786890" y="448251"/>
                  <a:pt x="2044700" y="530622"/>
                  <a:pt x="6591300" y="91411"/>
                </a:cubicBezTo>
                <a:cubicBezTo>
                  <a:pt x="8577580" y="-65860"/>
                  <a:pt x="10438128" y="-72"/>
                  <a:pt x="12191998" y="137048"/>
                </a:cubicBezTo>
                <a:lnTo>
                  <a:pt x="12191998" y="3200134"/>
                </a:lnTo>
                <a:lnTo>
                  <a:pt x="0" y="3200134"/>
                </a:lnTo>
                <a:lnTo>
                  <a:pt x="0" y="478691"/>
                </a:lnTo>
                <a:close/>
              </a:path>
            </a:pathLst>
          </a:custGeom>
          <a:solidFill>
            <a:schemeClr val="accent5"/>
          </a:solidFill>
          <a:ln w="22225">
            <a:noFill/>
          </a:ln>
        </p:spPr>
        <p:txBody>
          <a:bodyPr lIns="182880" tIns="0" rtlCol="0" anchor="ctr"/>
          <a:lstStyle>
            <a:lvl1pPr marL="731520" algn="l">
              <a:lnSpc>
                <a:spcPct val="100000"/>
              </a:lnSpc>
              <a:spcBef>
                <a:spcPts val="800"/>
              </a:spcBef>
              <a:defRPr sz="5400"/>
            </a:lvl1pPr>
          </a:lstStyle>
          <a:p>
            <a:pPr rtl="0"/>
            <a:r>
              <a:rPr lang="fr-FR" noProof="0"/>
              <a:t>Cliquez sur Titre</a:t>
            </a:r>
          </a:p>
        </p:txBody>
      </p:sp>
      <p:sp>
        <p:nvSpPr>
          <p:cNvPr id="6" name="Espace réservé d’image 5">
            <a:extLst>
              <a:ext uri="{FF2B5EF4-FFF2-40B4-BE49-F238E27FC236}">
                <a16:creationId xmlns:a16="http://schemas.microsoft.com/office/drawing/2014/main" id="{B290432B-E439-40FF-A9AA-F20D8672B1D6}"/>
              </a:ext>
            </a:extLst>
          </p:cNvPr>
          <p:cNvSpPr>
            <a:spLocks noGrp="1"/>
          </p:cNvSpPr>
          <p:nvPr>
            <p:ph type="pic" sz="quarter" idx="13" hasCustomPrompt="1"/>
          </p:nvPr>
        </p:nvSpPr>
        <p:spPr>
          <a:xfrm>
            <a:off x="0" y="0"/>
            <a:ext cx="12191998" cy="4151560"/>
          </a:xfrm>
          <a:custGeom>
            <a:avLst/>
            <a:gdLst>
              <a:gd name="connsiteX0" fmla="*/ 0 w 12191998"/>
              <a:gd name="connsiteY0" fmla="*/ 0 h 4151560"/>
              <a:gd name="connsiteX1" fmla="*/ 12191998 w 12191998"/>
              <a:gd name="connsiteY1" fmla="*/ 0 h 4151560"/>
              <a:gd name="connsiteX2" fmla="*/ 12191998 w 12191998"/>
              <a:gd name="connsiteY2" fmla="*/ 3809917 h 4151560"/>
              <a:gd name="connsiteX3" fmla="*/ 6591300 w 12191998"/>
              <a:gd name="connsiteY3" fmla="*/ 3764280 h 4151560"/>
              <a:gd name="connsiteX4" fmla="*/ 0 w 12191998"/>
              <a:gd name="connsiteY4" fmla="*/ 4151560 h 41515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8" h="4151560">
                <a:moveTo>
                  <a:pt x="0" y="0"/>
                </a:moveTo>
                <a:lnTo>
                  <a:pt x="12191998" y="0"/>
                </a:lnTo>
                <a:lnTo>
                  <a:pt x="12191998" y="3809917"/>
                </a:lnTo>
                <a:cubicBezTo>
                  <a:pt x="10438128" y="3672797"/>
                  <a:pt x="8577580" y="3607009"/>
                  <a:pt x="6591300" y="3764280"/>
                </a:cubicBezTo>
                <a:cubicBezTo>
                  <a:pt x="2044700" y="4203491"/>
                  <a:pt x="1786890" y="4121120"/>
                  <a:pt x="0" y="4151560"/>
                </a:cubicBezTo>
                <a:close/>
              </a:path>
            </a:pathLst>
          </a:custGeom>
        </p:spPr>
        <p:txBody>
          <a:bodyPr wrap="square" rtlCol="0">
            <a:noAutofit/>
          </a:bodyPr>
          <a:lstStyle>
            <a:lvl1pPr marL="0" indent="0" algn="ctr">
              <a:buNone/>
              <a:defRPr>
                <a:solidFill>
                  <a:schemeClr val="accent5"/>
                </a:solidFill>
              </a:defRPr>
            </a:lvl1pPr>
          </a:lstStyle>
          <a:p>
            <a:pPr rtl="0"/>
            <a:r>
              <a:rPr lang="fr-FR" noProof="0"/>
              <a:t>Insérer une photo ici</a:t>
            </a:r>
          </a:p>
        </p:txBody>
      </p:sp>
      <p:sp>
        <p:nvSpPr>
          <p:cNvPr id="13" name="Espace réservé du texte 7">
            <a:extLst>
              <a:ext uri="{FF2B5EF4-FFF2-40B4-BE49-F238E27FC236}">
                <a16:creationId xmlns:a16="http://schemas.microsoft.com/office/drawing/2014/main" id="{5FD77643-24B8-4D2F-9CCC-3BCE807F703F}"/>
              </a:ext>
            </a:extLst>
          </p:cNvPr>
          <p:cNvSpPr>
            <a:spLocks noGrp="1"/>
          </p:cNvSpPr>
          <p:nvPr>
            <p:ph type="body" sz="quarter" idx="15" hasCustomPrompt="1"/>
          </p:nvPr>
        </p:nvSpPr>
        <p:spPr>
          <a:xfrm>
            <a:off x="7924800" y="4246790"/>
            <a:ext cx="3581400" cy="2081213"/>
          </a:xfrm>
          <a:prstGeom prst="rect">
            <a:avLst/>
          </a:prstGeom>
        </p:spPr>
        <p:txBody>
          <a:bodyPr rtlCol="0" anchor="ctr"/>
          <a:lstStyle>
            <a:lvl1pPr marL="0" indent="0">
              <a:buNone/>
              <a:defRPr/>
            </a:lvl1pPr>
          </a:lstStyle>
          <a:p>
            <a:pPr lvl="0" rtl="0"/>
            <a:r>
              <a:rPr lang="fr-FR" noProof="0"/>
              <a:t>Cliquez pour ajouter un sous-titre</a:t>
            </a:r>
          </a:p>
        </p:txBody>
      </p:sp>
    </p:spTree>
    <p:extLst>
      <p:ext uri="{BB962C8B-B14F-4D97-AF65-F5344CB8AC3E}">
        <p14:creationId xmlns:p14="http://schemas.microsoft.com/office/powerpoint/2010/main" val="38862614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rdre du jour">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0F25F0BC-3414-4A4E-82FD-7DE1761A554A}"/>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5136E80E-F44A-4A08-AD5C-C4E6E83A717C}"/>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Forme libre : Forme 3">
            <a:extLst>
              <a:ext uri="{FF2B5EF4-FFF2-40B4-BE49-F238E27FC236}">
                <a16:creationId xmlns:a16="http://schemas.microsoft.com/office/drawing/2014/main" id="{C4F02106-B95B-4137-ABA0-DE89F9345654}"/>
              </a:ext>
              <a:ext uri="{C183D7F6-B498-43B3-948B-1728B52AA6E4}">
                <adec:decorative xmlns:adec="http://schemas.microsoft.com/office/drawing/2017/decorative" val="1"/>
              </a:ext>
            </a:extLst>
          </p:cNvPr>
          <p:cNvSpPr/>
          <p:nvPr userDrawn="1"/>
        </p:nvSpPr>
        <p:spPr>
          <a:xfrm rot="10800000">
            <a:off x="3107" y="-6055"/>
            <a:ext cx="12185786" cy="2656696"/>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fr-FR" noProof="0">
              <a:solidFill>
                <a:schemeClr val="bg1"/>
              </a:solidFill>
            </a:endParaRPr>
          </a:p>
        </p:txBody>
      </p:sp>
      <p:sp>
        <p:nvSpPr>
          <p:cNvPr id="5" name="Triangle rectangle 4">
            <a:extLst>
              <a:ext uri="{FF2B5EF4-FFF2-40B4-BE49-F238E27FC236}">
                <a16:creationId xmlns:a16="http://schemas.microsoft.com/office/drawing/2014/main" id="{86F50E1B-B981-4FF3-B7D0-ED31A0707BAE}"/>
              </a:ext>
              <a:ext uri="{C183D7F6-B498-43B3-948B-1728B52AA6E4}">
                <adec:decorative xmlns:adec="http://schemas.microsoft.com/office/drawing/2017/decorative" val="1"/>
              </a:ext>
            </a:extLst>
          </p:cNvPr>
          <p:cNvSpPr/>
          <p:nvPr userDrawn="1"/>
        </p:nvSpPr>
        <p:spPr>
          <a:xfrm rot="13500000">
            <a:off x="-266903" y="3535448"/>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6" name="Forme libre : Forme 5">
            <a:extLst>
              <a:ext uri="{FF2B5EF4-FFF2-40B4-BE49-F238E27FC236}">
                <a16:creationId xmlns:a16="http://schemas.microsoft.com/office/drawing/2014/main" id="{0AE35541-C201-4A8C-8E97-2CF46579AF03}"/>
              </a:ext>
              <a:ext uri="{C183D7F6-B498-43B3-948B-1728B52AA6E4}">
                <adec:decorative xmlns:adec="http://schemas.microsoft.com/office/drawing/2017/decorative" val="1"/>
              </a:ext>
            </a:extLst>
          </p:cNvPr>
          <p:cNvSpPr/>
          <p:nvPr userDrawn="1"/>
        </p:nvSpPr>
        <p:spPr>
          <a:xfrm>
            <a:off x="36273" y="5198354"/>
            <a:ext cx="2602925" cy="1671572"/>
          </a:xfrm>
          <a:custGeom>
            <a:avLst/>
            <a:gdLst>
              <a:gd name="connsiteX0" fmla="*/ 281723 w 2602925"/>
              <a:gd name="connsiteY0" fmla="*/ 0 h 1671572"/>
              <a:gd name="connsiteX1" fmla="*/ 2538665 w 2602925"/>
              <a:gd name="connsiteY1" fmla="*/ 1496001 h 1671572"/>
              <a:gd name="connsiteX2" fmla="*/ 2602925 w 2602925"/>
              <a:gd name="connsiteY2" fmla="*/ 1671572 h 1671572"/>
              <a:gd name="connsiteX3" fmla="*/ 1714953 w 2602925"/>
              <a:gd name="connsiteY3" fmla="*/ 1671572 h 1671572"/>
              <a:gd name="connsiteX4" fmla="*/ 1633707 w 2602925"/>
              <a:gd name="connsiteY4" fmla="*/ 1537837 h 1671572"/>
              <a:gd name="connsiteX5" fmla="*/ 281722 w 2602925"/>
              <a:gd name="connsiteY5" fmla="*/ 818992 h 1671572"/>
              <a:gd name="connsiteX6" fmla="*/ 115019 w 2602925"/>
              <a:gd name="connsiteY6" fmla="*/ 827410 h 1671572"/>
              <a:gd name="connsiteX7" fmla="*/ 0 w 2602925"/>
              <a:gd name="connsiteY7" fmla="*/ 844964 h 1671572"/>
              <a:gd name="connsiteX8" fmla="*/ 0 w 2602925"/>
              <a:gd name="connsiteY8" fmla="*/ 17421 h 1671572"/>
              <a:gd name="connsiteX9" fmla="*/ 31283 w 2602925"/>
              <a:gd name="connsiteY9" fmla="*/ 12646 h 1671572"/>
              <a:gd name="connsiteX10" fmla="*/ 281723 w 2602925"/>
              <a:gd name="connsiteY10" fmla="*/ 0 h 1671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02925" h="1671572">
                <a:moveTo>
                  <a:pt x="281723" y="0"/>
                </a:moveTo>
                <a:cubicBezTo>
                  <a:pt x="1296311" y="0"/>
                  <a:pt x="2166821" y="616864"/>
                  <a:pt x="2538665" y="1496001"/>
                </a:cubicBezTo>
                <a:lnTo>
                  <a:pt x="2602925" y="1671572"/>
                </a:lnTo>
                <a:lnTo>
                  <a:pt x="1714953" y="1671572"/>
                </a:lnTo>
                <a:lnTo>
                  <a:pt x="1633707" y="1537837"/>
                </a:lnTo>
                <a:cubicBezTo>
                  <a:pt x="1340706" y="1104138"/>
                  <a:pt x="844514" y="818992"/>
                  <a:pt x="281722" y="818992"/>
                </a:cubicBezTo>
                <a:cubicBezTo>
                  <a:pt x="225443" y="818992"/>
                  <a:pt x="169830" y="821844"/>
                  <a:pt x="115019" y="827410"/>
                </a:cubicBezTo>
                <a:lnTo>
                  <a:pt x="0" y="844964"/>
                </a:lnTo>
                <a:lnTo>
                  <a:pt x="0" y="17421"/>
                </a:lnTo>
                <a:lnTo>
                  <a:pt x="31283" y="12646"/>
                </a:lnTo>
                <a:cubicBezTo>
                  <a:pt x="113626" y="4284"/>
                  <a:pt x="197174" y="0"/>
                  <a:pt x="281723" y="0"/>
                </a:cubicBezTo>
                <a:close/>
              </a:path>
            </a:pathLst>
          </a:custGeom>
          <a:solidFill>
            <a:schemeClr val="accent3">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solidFill>
            </a:endParaRPr>
          </a:p>
        </p:txBody>
      </p:sp>
      <p:grpSp>
        <p:nvGrpSpPr>
          <p:cNvPr id="7" name="Groupe 6">
            <a:extLst>
              <a:ext uri="{FF2B5EF4-FFF2-40B4-BE49-F238E27FC236}">
                <a16:creationId xmlns:a16="http://schemas.microsoft.com/office/drawing/2014/main" id="{2D77D8A9-52A9-426B-A7FA-8F0D57A03862}"/>
              </a:ext>
              <a:ext uri="{C183D7F6-B498-43B3-948B-1728B52AA6E4}">
                <adec:decorative xmlns:adec="http://schemas.microsoft.com/office/drawing/2017/decorative" val="1"/>
              </a:ext>
            </a:extLst>
          </p:cNvPr>
          <p:cNvGrpSpPr/>
          <p:nvPr userDrawn="1"/>
        </p:nvGrpSpPr>
        <p:grpSpPr>
          <a:xfrm>
            <a:off x="0" y="0"/>
            <a:ext cx="12214827" cy="6858000"/>
            <a:chOff x="-6214" y="-1"/>
            <a:chExt cx="12214827" cy="6858000"/>
          </a:xfrm>
        </p:grpSpPr>
        <p:cxnSp>
          <p:nvCxnSpPr>
            <p:cNvPr id="8" name="Connecteur droit 7">
              <a:extLst>
                <a:ext uri="{FF2B5EF4-FFF2-40B4-BE49-F238E27FC236}">
                  <a16:creationId xmlns:a16="http://schemas.microsoft.com/office/drawing/2014/main" id="{9FBA36D2-108E-4BCE-B00B-7AADE262EBA8}"/>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87CCA430-E045-49A4-BBFA-58E62DB70C12}"/>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0A8F23F5-C38C-4F4D-AC9D-53EE5C805B3C}"/>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E9F8BEAE-4D02-4E92-BF07-2B52C1DC6AAC}"/>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1CECE1E3-E88F-4BF4-91A1-21CE42A919ED}"/>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CF3597D0-8C2B-4DF1-A82D-B7AED489FAA9}"/>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988A03C0-2CF4-4311-BFE9-050460F9B2B4}"/>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9DD4F0C-1AB6-4919-A06A-C33148C95772}"/>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4F9DCDAB-1034-49DC-B20D-5B3AC4DDA949}"/>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E03569C8-7E1D-4D32-880E-03A713BC8EC2}"/>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D787C248-294D-4430-9163-A18DB7A0E58F}"/>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B4E8BBE7-F812-4E02-8220-479D4B2E9DB2}"/>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2AA42D07-05F3-4BE3-81BF-B5F84474EF19}"/>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2E1C5E67-B32B-49DC-BF5E-D25C7CF20873}"/>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16B1788E-1754-47A2-853A-6FE39EEB1E03}"/>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57682792-A763-4918-B362-26D487DE471E}"/>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CD52BF25-0CAE-4903-A7E6-8A7768DD1F70}"/>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6A14A49A-F4B0-444F-8BA5-9DC89AC760A0}"/>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7D09471A-4DE2-47CD-AED8-27D5B1050BDC}"/>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74C0A412-5D4A-44E9-9738-BD17D84887C4}"/>
                </a:ext>
              </a:extLst>
            </p:cNvPr>
            <p:cNvCxnSpPr>
              <a:cxnSpLocks/>
            </p:cNvCxnSpPr>
            <p:nvPr/>
          </p:nvCxnSpPr>
          <p:spPr>
            <a:xfrm>
              <a:off x="-6214"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32F41B69-68CE-41EF-BBED-1CD4FF7A9F0B}"/>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53B5DECC-07DB-431C-88EC-3AEE965EC130}"/>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66CE55D3-190F-47D1-98A6-D7281E51E020}"/>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A0324378-6046-45CC-A273-AE16EFF671D7}"/>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0190AD03-D044-4A15-879F-BC87B702ABED}"/>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59B3C48A-196D-4BE2-A7CD-848178CCFCAD}"/>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F4F5DF92-38A4-42C0-8492-7C34DBFEF333}"/>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AC093942-8F5E-4520-8571-946A6E5CEBA3}"/>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Connecteur droit 35">
              <a:extLst>
                <a:ext uri="{FF2B5EF4-FFF2-40B4-BE49-F238E27FC236}">
                  <a16:creationId xmlns:a16="http://schemas.microsoft.com/office/drawing/2014/main" id="{A648E900-15FD-4793-A783-15BD86852618}"/>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7" name="Titre 1">
            <a:extLst>
              <a:ext uri="{FF2B5EF4-FFF2-40B4-BE49-F238E27FC236}">
                <a16:creationId xmlns:a16="http://schemas.microsoft.com/office/drawing/2014/main" id="{5DF337DA-C179-4649-9021-51ECBB849B65}"/>
              </a:ext>
            </a:extLst>
          </p:cNvPr>
          <p:cNvSpPr>
            <a:spLocks noGrp="1"/>
          </p:cNvSpPr>
          <p:nvPr>
            <p:ph type="title"/>
          </p:nvPr>
        </p:nvSpPr>
        <p:spPr>
          <a:xfrm>
            <a:off x="457200" y="3520914"/>
            <a:ext cx="5552414" cy="2727486"/>
          </a:xfrm>
          <a:prstGeom prst="rect">
            <a:avLst/>
          </a:prstGeom>
        </p:spPr>
        <p:txBody>
          <a:bodyPr rtlCol="0" anchor="t">
            <a:normAutofit/>
          </a:bodyPr>
          <a:lstStyle>
            <a:lvl1pPr>
              <a:defRPr>
                <a:solidFill>
                  <a:schemeClr val="tx2"/>
                </a:solidFill>
              </a:defRPr>
            </a:lvl1pPr>
          </a:lstStyle>
          <a:p>
            <a:pPr rtl="0">
              <a:lnSpc>
                <a:spcPct val="110000"/>
              </a:lnSpc>
            </a:pPr>
            <a:r>
              <a:rPr lang="fr-FR" noProof="0">
                <a:solidFill>
                  <a:schemeClr val="tx2"/>
                </a:solidFill>
                <a:cs typeface="Posterama" panose="020B0504020200020000" pitchFamily="34" charset="0"/>
              </a:rPr>
              <a:t>Modifiez le style du titre</a:t>
            </a:r>
          </a:p>
        </p:txBody>
      </p:sp>
      <p:sp>
        <p:nvSpPr>
          <p:cNvPr id="50" name="Espace réservé d’image 44">
            <a:extLst>
              <a:ext uri="{FF2B5EF4-FFF2-40B4-BE49-F238E27FC236}">
                <a16:creationId xmlns:a16="http://schemas.microsoft.com/office/drawing/2014/main" id="{CDAEDC08-93B5-4CC2-A77F-91F47AD1D735}"/>
              </a:ext>
            </a:extLst>
          </p:cNvPr>
          <p:cNvSpPr>
            <a:spLocks noGrp="1"/>
          </p:cNvSpPr>
          <p:nvPr>
            <p:ph type="pic" sz="quarter" idx="13" hasCustomPrompt="1"/>
          </p:nvPr>
        </p:nvSpPr>
        <p:spPr>
          <a:xfrm>
            <a:off x="190500" y="195263"/>
            <a:ext cx="5837238" cy="2960687"/>
          </a:xfrm>
          <a:prstGeom prst="rect">
            <a:avLst/>
          </a:prstGeom>
        </p:spPr>
        <p:txBody>
          <a:bodyPr rtlCol="0"/>
          <a:lstStyle>
            <a:lvl1pPr marL="0" indent="0" algn="ctr">
              <a:buNone/>
              <a:defRPr>
                <a:solidFill>
                  <a:schemeClr val="tx2"/>
                </a:solidFill>
              </a:defRPr>
            </a:lvl1pPr>
          </a:lstStyle>
          <a:p>
            <a:pPr rtl="0"/>
            <a:r>
              <a:rPr lang="fr-FR" noProof="0"/>
              <a:t>Insérer une photo ici</a:t>
            </a:r>
          </a:p>
        </p:txBody>
      </p:sp>
      <p:sp>
        <p:nvSpPr>
          <p:cNvPr id="51" name="Espace réservé d’image 48">
            <a:extLst>
              <a:ext uri="{FF2B5EF4-FFF2-40B4-BE49-F238E27FC236}">
                <a16:creationId xmlns:a16="http://schemas.microsoft.com/office/drawing/2014/main" id="{C34DF4FD-6356-4CA5-9E6F-749666E2D43A}"/>
              </a:ext>
            </a:extLst>
          </p:cNvPr>
          <p:cNvSpPr>
            <a:spLocks noGrp="1"/>
          </p:cNvSpPr>
          <p:nvPr>
            <p:ph type="pic" sz="quarter" idx="14" hasCustomPrompt="1"/>
          </p:nvPr>
        </p:nvSpPr>
        <p:spPr>
          <a:xfrm>
            <a:off x="6164265" y="184840"/>
            <a:ext cx="5841996" cy="2987199"/>
          </a:xfrm>
          <a:prstGeom prst="rect">
            <a:avLst/>
          </a:prstGeom>
        </p:spPr>
        <p:txBody>
          <a:bodyPr rtlCol="0"/>
          <a:lstStyle>
            <a:lvl1pPr marL="0" indent="0" algn="ctr">
              <a:buNone/>
              <a:defRPr>
                <a:solidFill>
                  <a:schemeClr val="tx2"/>
                </a:solidFill>
              </a:defRPr>
            </a:lvl1pPr>
          </a:lstStyle>
          <a:p>
            <a:pPr rtl="0"/>
            <a:r>
              <a:rPr lang="fr-FR" noProof="0"/>
              <a:t>Insérer une photo ici</a:t>
            </a:r>
          </a:p>
        </p:txBody>
      </p:sp>
      <p:sp>
        <p:nvSpPr>
          <p:cNvPr id="39" name="Espace réservé du contenu 38">
            <a:extLst>
              <a:ext uri="{FF2B5EF4-FFF2-40B4-BE49-F238E27FC236}">
                <a16:creationId xmlns:a16="http://schemas.microsoft.com/office/drawing/2014/main" id="{9C696AEE-49AB-4D07-90D6-AD1902517231}"/>
              </a:ext>
            </a:extLst>
          </p:cNvPr>
          <p:cNvSpPr>
            <a:spLocks noGrp="1"/>
          </p:cNvSpPr>
          <p:nvPr>
            <p:ph sz="quarter" idx="15" hasCustomPrompt="1"/>
          </p:nvPr>
        </p:nvSpPr>
        <p:spPr>
          <a:xfrm>
            <a:off x="6189663" y="3525611"/>
            <a:ext cx="5816600" cy="2720975"/>
          </a:xfrm>
          <a:prstGeom prst="rect">
            <a:avLst/>
          </a:prstGeom>
        </p:spPr>
        <p:txBody>
          <a:bodyPr rtlCol="0"/>
          <a:lstStyle>
            <a:lvl1pPr marL="0" indent="0">
              <a:buNone/>
              <a:defRPr sz="2400">
                <a:solidFill>
                  <a:schemeClr val="tx2"/>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stStyle>
          <a:p>
            <a:pPr lvl="0" rtl="0"/>
            <a:r>
              <a:rPr lang="fr-FR" noProof="0"/>
              <a:t>Cliquer pour ajouter du texte</a:t>
            </a:r>
          </a:p>
        </p:txBody>
      </p:sp>
      <p:sp>
        <p:nvSpPr>
          <p:cNvPr id="52" name="Espace réservé de la date 3">
            <a:extLst>
              <a:ext uri="{FF2B5EF4-FFF2-40B4-BE49-F238E27FC236}">
                <a16:creationId xmlns:a16="http://schemas.microsoft.com/office/drawing/2014/main" id="{CEABCB88-BA9F-47D3-A787-DF88895F2557}"/>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53" name="Espace réservé du pied de page 4">
            <a:extLst>
              <a:ext uri="{FF2B5EF4-FFF2-40B4-BE49-F238E27FC236}">
                <a16:creationId xmlns:a16="http://schemas.microsoft.com/office/drawing/2014/main" id="{6244155B-5D28-4D19-90C2-1FBB57AA8E80}"/>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54" name="Espace réservé du numéro de diapositive 5">
            <a:extLst>
              <a:ext uri="{FF2B5EF4-FFF2-40B4-BE49-F238E27FC236}">
                <a16:creationId xmlns:a16="http://schemas.microsoft.com/office/drawing/2014/main" id="{E2F1D5A7-A160-4678-8595-C5E217295F85}"/>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738827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88878880-76F2-45B5-916B-36E7EE2B1CFF}"/>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1B75C3C8-6E32-4269-9316-DC942E00A4E2}"/>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247C2144-3704-461F-AEA4-5AD7F2A4BA9E}"/>
              </a:ext>
              <a:ext uri="{C183D7F6-B498-43B3-948B-1728B52AA6E4}">
                <adec:decorative xmlns:adec="http://schemas.microsoft.com/office/drawing/2017/decorative" val="1"/>
              </a:ext>
            </a:extLst>
          </p:cNvPr>
          <p:cNvSpPr/>
          <p:nvPr userDrawn="1"/>
        </p:nvSpPr>
        <p:spPr>
          <a:xfrm rot="13500000">
            <a:off x="-284145" y="1559143"/>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5" name="Organigramme : Document 4">
            <a:extLst>
              <a:ext uri="{FF2B5EF4-FFF2-40B4-BE49-F238E27FC236}">
                <a16:creationId xmlns:a16="http://schemas.microsoft.com/office/drawing/2014/main" id="{5C2F4A0D-E022-45C1-A4F2-BDD40ECBB273}"/>
              </a:ext>
              <a:ext uri="{C183D7F6-B498-43B3-948B-1728B52AA6E4}">
                <adec:decorative xmlns:adec="http://schemas.microsoft.com/office/drawing/2017/decorative" val="1"/>
              </a:ext>
            </a:extLst>
          </p:cNvPr>
          <p:cNvSpPr/>
          <p:nvPr userDrawn="1"/>
        </p:nvSpPr>
        <p:spPr>
          <a:xfrm rot="5400000">
            <a:off x="7455724" y="2105114"/>
            <a:ext cx="6858000" cy="2647778"/>
          </a:xfrm>
          <a:prstGeom prst="flowChartDocument">
            <a:avLst/>
          </a:prstGeom>
          <a:solidFill>
            <a:schemeClr val="accent5">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solidFill>
            </a:endParaRPr>
          </a:p>
        </p:txBody>
      </p:sp>
      <p:grpSp>
        <p:nvGrpSpPr>
          <p:cNvPr id="6" name="Groupe 5">
            <a:extLst>
              <a:ext uri="{FF2B5EF4-FFF2-40B4-BE49-F238E27FC236}">
                <a16:creationId xmlns:a16="http://schemas.microsoft.com/office/drawing/2014/main" id="{3B95DAD1-C9F8-42EA-938C-AD799D0D1D1F}"/>
              </a:ext>
              <a:ext uri="{C183D7F6-B498-43B3-948B-1728B52AA6E4}">
                <adec:decorative xmlns:adec="http://schemas.microsoft.com/office/drawing/2017/decorative" val="1"/>
              </a:ext>
            </a:extLst>
          </p:cNvPr>
          <p:cNvGrpSpPr/>
          <p:nvPr userDrawn="1"/>
        </p:nvGrpSpPr>
        <p:grpSpPr>
          <a:xfrm>
            <a:off x="0" y="0"/>
            <a:ext cx="12214827" cy="6858000"/>
            <a:chOff x="-6214" y="-1"/>
            <a:chExt cx="12214827" cy="6858000"/>
          </a:xfrm>
        </p:grpSpPr>
        <p:cxnSp>
          <p:nvCxnSpPr>
            <p:cNvPr id="7" name="Connecteur droit 6">
              <a:extLst>
                <a:ext uri="{FF2B5EF4-FFF2-40B4-BE49-F238E27FC236}">
                  <a16:creationId xmlns:a16="http://schemas.microsoft.com/office/drawing/2014/main" id="{CE106CB0-0456-42D2-9064-D8307EE2EE64}"/>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B6564272-B469-4B76-89B3-EAE1C5EA5577}"/>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9C812937-53FC-4F40-9E1F-62BD5DC5C8EA}"/>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D5C30D30-0592-4A8D-9BFB-E39327DEB08D}"/>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B5EF5218-294E-41E0-B835-6CD21C0AB503}"/>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64EAD817-B289-4780-AF71-3A814DA15175}"/>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15FE1B7-342F-44E3-9A5F-4320F4B56F12}"/>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8F304BD3-68AC-49BC-8B74-71637404CEEC}"/>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B0859D2C-72C4-411A-BD82-8368DDC03513}"/>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7B22EA31-AED9-4314-8509-4087F82F1112}"/>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74E3D353-A425-4930-AC93-9A9F93EC07EF}"/>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E75827C0-9081-4304-98D0-28375902854E}"/>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7FBC916B-3AAC-4825-8D0F-923D60C0DA4E}"/>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13085D6A-11B7-416E-9A80-085550712976}"/>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F1619986-89C6-4164-BD69-5117CB5E3D0D}"/>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3D63A74F-F1A7-4546-BCB1-3C49033B344A}"/>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348BEE97-AC71-4466-82E9-05302D19D2B2}"/>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BFB7EA87-48DE-40EC-97C4-1119D6E0BCFB}"/>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6709E735-55F1-46BE-964B-17589798C459}"/>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0AE224F2-AB69-40F3-83FC-5A1C2985F114}"/>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10841DFB-48FF-4E4C-BD80-FAEDD9869CA5}"/>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3F2079C-0840-41A3-B649-BFA2657D7FCC}"/>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624F5B96-0C46-4542-959C-A0AB18C7DAE4}"/>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87E7EDBA-8F85-4F7A-A17D-6B49A51D412C}"/>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043D3094-2C9C-4299-9065-669FFD8F5DD2}"/>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DE307EDA-19A4-4312-920D-EC02D2A70CBD}"/>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62953220-FAE3-4A55-B3C5-632C82C456AA}"/>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72B2B007-553A-4A33-B077-9CA9D0313326}"/>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CE213DEB-4CFC-46B3-8DB4-77581E46552F}"/>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6" name="Titre 1">
            <a:extLst>
              <a:ext uri="{FF2B5EF4-FFF2-40B4-BE49-F238E27FC236}">
                <a16:creationId xmlns:a16="http://schemas.microsoft.com/office/drawing/2014/main" id="{EBBBF2BB-36BE-45E7-A35B-260E76E7D477}"/>
              </a:ext>
            </a:extLst>
          </p:cNvPr>
          <p:cNvSpPr>
            <a:spLocks noGrp="1"/>
          </p:cNvSpPr>
          <p:nvPr>
            <p:ph type="title"/>
          </p:nvPr>
        </p:nvSpPr>
        <p:spPr>
          <a:xfrm>
            <a:off x="457200" y="725467"/>
            <a:ext cx="5410197" cy="1982171"/>
          </a:xfrm>
          <a:prstGeom prst="rect">
            <a:avLst/>
          </a:prstGeom>
        </p:spPr>
        <p:txBody>
          <a:bodyPr rtlCol="0">
            <a:normAutofit/>
          </a:bodyPr>
          <a:lstStyle/>
          <a:p>
            <a:pPr rtl="0">
              <a:lnSpc>
                <a:spcPct val="110000"/>
              </a:lnSpc>
            </a:pPr>
            <a:r>
              <a:rPr lang="fr-FR" noProof="0">
                <a:solidFill>
                  <a:srgbClr val="FFFFFF"/>
                </a:solidFill>
                <a:cs typeface="Posterama" panose="020B0504020200020000" pitchFamily="34" charset="0"/>
              </a:rPr>
              <a:t>Modifiez le style du titre</a:t>
            </a:r>
          </a:p>
        </p:txBody>
      </p:sp>
      <p:sp>
        <p:nvSpPr>
          <p:cNvPr id="42" name="Espace réservé du contenu 38">
            <a:extLst>
              <a:ext uri="{FF2B5EF4-FFF2-40B4-BE49-F238E27FC236}">
                <a16:creationId xmlns:a16="http://schemas.microsoft.com/office/drawing/2014/main" id="{03257FF4-6F58-4A1E-866D-198569F9174B}"/>
              </a:ext>
            </a:extLst>
          </p:cNvPr>
          <p:cNvSpPr>
            <a:spLocks noGrp="1"/>
          </p:cNvSpPr>
          <p:nvPr>
            <p:ph sz="quarter" idx="15" hasCustomPrompt="1"/>
          </p:nvPr>
        </p:nvSpPr>
        <p:spPr>
          <a:xfrm>
            <a:off x="453104" y="2957665"/>
            <a:ext cx="5543524" cy="3358733"/>
          </a:xfrm>
          <a:prstGeom prst="rect">
            <a:avLst/>
          </a:prstGeom>
        </p:spPr>
        <p:txBody>
          <a:bodyPr rtlCol="0"/>
          <a:lstStyle>
            <a:lvl1pPr marL="0" indent="0">
              <a:lnSpc>
                <a:spcPct val="120000"/>
              </a:lnSpc>
              <a:buNone/>
              <a:defRPr sz="1800">
                <a:solidFill>
                  <a:schemeClr val="bg1"/>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stStyle>
          <a:p>
            <a:pPr lvl="0" rtl="0"/>
            <a:r>
              <a:rPr lang="fr-FR" noProof="0"/>
              <a:t>Cliquer pour ajouter du texte</a:t>
            </a:r>
          </a:p>
        </p:txBody>
      </p:sp>
      <p:sp>
        <p:nvSpPr>
          <p:cNvPr id="44" name="Espace réservé d’image 42">
            <a:extLst>
              <a:ext uri="{FF2B5EF4-FFF2-40B4-BE49-F238E27FC236}">
                <a16:creationId xmlns:a16="http://schemas.microsoft.com/office/drawing/2014/main" id="{32195099-4E20-48F3-8272-F12592AD44FC}"/>
              </a:ext>
            </a:extLst>
          </p:cNvPr>
          <p:cNvSpPr>
            <a:spLocks noGrp="1"/>
          </p:cNvSpPr>
          <p:nvPr>
            <p:ph type="pic" sz="quarter" idx="13" hasCustomPrompt="1"/>
          </p:nvPr>
        </p:nvSpPr>
        <p:spPr>
          <a:xfrm>
            <a:off x="6619875" y="725487"/>
            <a:ext cx="5388490" cy="5519467"/>
          </a:xfrm>
          <a:prstGeom prst="rect">
            <a:avLst/>
          </a:prstGeom>
        </p:spPr>
        <p:txBody>
          <a:bodyPr rtlCol="0"/>
          <a:lstStyle>
            <a:lvl1pPr marL="0" indent="0" algn="ctr">
              <a:buNone/>
              <a:defRPr/>
            </a:lvl1pPr>
          </a:lstStyle>
          <a:p>
            <a:pPr rtl="0"/>
            <a:r>
              <a:rPr lang="fr-FR" noProof="0"/>
              <a:t>Insérer une photo ici</a:t>
            </a:r>
          </a:p>
        </p:txBody>
      </p:sp>
      <p:sp>
        <p:nvSpPr>
          <p:cNvPr id="39" name="Espace réservé de la date 3">
            <a:extLst>
              <a:ext uri="{FF2B5EF4-FFF2-40B4-BE49-F238E27FC236}">
                <a16:creationId xmlns:a16="http://schemas.microsoft.com/office/drawing/2014/main" id="{CFCED92E-6EA8-410D-90AD-DF0B229BF33D}"/>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40" name="Espace réservé du pied de page 4">
            <a:extLst>
              <a:ext uri="{FF2B5EF4-FFF2-40B4-BE49-F238E27FC236}">
                <a16:creationId xmlns:a16="http://schemas.microsoft.com/office/drawing/2014/main" id="{FC6D7D3E-FCD8-42CA-A1BB-9112B5530576}"/>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41" name="Espace réservé du numéro de diapositive 5">
            <a:extLst>
              <a:ext uri="{FF2B5EF4-FFF2-40B4-BE49-F238E27FC236}">
                <a16:creationId xmlns:a16="http://schemas.microsoft.com/office/drawing/2014/main" id="{A49CA3E6-DD23-4395-AE34-560EA1122353}"/>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39481123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aut de section">
    <p:spTree>
      <p:nvGrpSpPr>
        <p:cNvPr id="1" name=""/>
        <p:cNvGrpSpPr/>
        <p:nvPr/>
      </p:nvGrpSpPr>
      <p:grpSpPr>
        <a:xfrm>
          <a:off x="0" y="0"/>
          <a:ext cx="0" cy="0"/>
          <a:chOff x="0" y="0"/>
          <a:chExt cx="0" cy="0"/>
        </a:xfrm>
      </p:grpSpPr>
      <p:sp>
        <p:nvSpPr>
          <p:cNvPr id="46" name="Titre 1">
            <a:extLst>
              <a:ext uri="{FF2B5EF4-FFF2-40B4-BE49-F238E27FC236}">
                <a16:creationId xmlns:a16="http://schemas.microsoft.com/office/drawing/2014/main" id="{0B54C968-9162-4E94-9F00-9921A43337D8}"/>
              </a:ext>
            </a:extLst>
          </p:cNvPr>
          <p:cNvSpPr>
            <a:spLocks noGrp="1"/>
          </p:cNvSpPr>
          <p:nvPr>
            <p:ph type="ctrTitle"/>
          </p:nvPr>
        </p:nvSpPr>
        <p:spPr>
          <a:xfrm>
            <a:off x="-9890" y="1"/>
            <a:ext cx="6168182" cy="6858000"/>
          </a:xfrm>
          <a:custGeom>
            <a:avLst/>
            <a:gdLst>
              <a:gd name="connsiteX0" fmla="*/ 0 w 5115291"/>
              <a:gd name="connsiteY0" fmla="*/ 0 h 6857989"/>
              <a:gd name="connsiteX1" fmla="*/ 5115291 w 5115291"/>
              <a:gd name="connsiteY1" fmla="*/ 0 h 6857989"/>
              <a:gd name="connsiteX2" fmla="*/ 5115291 w 5115291"/>
              <a:gd name="connsiteY2" fmla="*/ 6857989 h 6857989"/>
              <a:gd name="connsiteX3" fmla="*/ 0 w 5115291"/>
              <a:gd name="connsiteY3" fmla="*/ 6857989 h 6857989"/>
              <a:gd name="connsiteX4" fmla="*/ 0 w 5115291"/>
              <a:gd name="connsiteY4" fmla="*/ 0 h 6857989"/>
              <a:gd name="connsiteX0" fmla="*/ 0 w 5115291"/>
              <a:gd name="connsiteY0" fmla="*/ 8467 h 6866456"/>
              <a:gd name="connsiteX1" fmla="*/ 5022158 w 5115291"/>
              <a:gd name="connsiteY1" fmla="*/ 0 h 6866456"/>
              <a:gd name="connsiteX2" fmla="*/ 5115291 w 5115291"/>
              <a:gd name="connsiteY2" fmla="*/ 6866456 h 6866456"/>
              <a:gd name="connsiteX3" fmla="*/ 0 w 5115291"/>
              <a:gd name="connsiteY3" fmla="*/ 6866456 h 6866456"/>
              <a:gd name="connsiteX4" fmla="*/ 0 w 5115291"/>
              <a:gd name="connsiteY4" fmla="*/ 8467 h 6866456"/>
              <a:gd name="connsiteX0" fmla="*/ 0 w 5115291"/>
              <a:gd name="connsiteY0" fmla="*/ 0 h 6857989"/>
              <a:gd name="connsiteX1" fmla="*/ 5013692 w 5115291"/>
              <a:gd name="connsiteY1" fmla="*/ 0 h 6857989"/>
              <a:gd name="connsiteX2" fmla="*/ 5115291 w 5115291"/>
              <a:gd name="connsiteY2" fmla="*/ 6857989 h 6857989"/>
              <a:gd name="connsiteX3" fmla="*/ 0 w 5115291"/>
              <a:gd name="connsiteY3" fmla="*/ 6857989 h 6857989"/>
              <a:gd name="connsiteX4" fmla="*/ 0 w 5115291"/>
              <a:gd name="connsiteY4" fmla="*/ 0 h 6857989"/>
              <a:gd name="connsiteX0" fmla="*/ 0 w 5691024"/>
              <a:gd name="connsiteY0" fmla="*/ 0 h 6857989"/>
              <a:gd name="connsiteX1" fmla="*/ 5013692 w 5691024"/>
              <a:gd name="connsiteY1" fmla="*/ 0 h 6857989"/>
              <a:gd name="connsiteX2" fmla="*/ 5691024 w 5691024"/>
              <a:gd name="connsiteY2" fmla="*/ 3098800 h 6857989"/>
              <a:gd name="connsiteX3" fmla="*/ 5115291 w 5691024"/>
              <a:gd name="connsiteY3" fmla="*/ 6857989 h 6857989"/>
              <a:gd name="connsiteX4" fmla="*/ 0 w 5691024"/>
              <a:gd name="connsiteY4" fmla="*/ 6857989 h 6857989"/>
              <a:gd name="connsiteX5" fmla="*/ 0 w 5691024"/>
              <a:gd name="connsiteY5"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75182"/>
              <a:gd name="connsiteY0" fmla="*/ 0 h 6857989"/>
              <a:gd name="connsiteX1" fmla="*/ 5013692 w 6175182"/>
              <a:gd name="connsiteY1" fmla="*/ 0 h 6857989"/>
              <a:gd name="connsiteX2" fmla="*/ 5691024 w 6175182"/>
              <a:gd name="connsiteY2" fmla="*/ 3098800 h 6857989"/>
              <a:gd name="connsiteX3" fmla="*/ 6131290 w 6175182"/>
              <a:gd name="connsiteY3" fmla="*/ 5672667 h 6857989"/>
              <a:gd name="connsiteX4" fmla="*/ 5115291 w 6175182"/>
              <a:gd name="connsiteY4" fmla="*/ 6857989 h 6857989"/>
              <a:gd name="connsiteX5" fmla="*/ 0 w 6175182"/>
              <a:gd name="connsiteY5" fmla="*/ 6857989 h 6857989"/>
              <a:gd name="connsiteX6" fmla="*/ 0 w 6175182"/>
              <a:gd name="connsiteY6" fmla="*/ 0 h 6857989"/>
              <a:gd name="connsiteX0" fmla="*/ 0 w 6175182"/>
              <a:gd name="connsiteY0" fmla="*/ 0 h 6857989"/>
              <a:gd name="connsiteX1" fmla="*/ 5013692 w 6175182"/>
              <a:gd name="connsiteY1" fmla="*/ 0 h 6857989"/>
              <a:gd name="connsiteX2" fmla="*/ 5691024 w 6175182"/>
              <a:gd name="connsiteY2" fmla="*/ 3098800 h 6857989"/>
              <a:gd name="connsiteX3" fmla="*/ 6131290 w 6175182"/>
              <a:gd name="connsiteY3" fmla="*/ 5672667 h 6857989"/>
              <a:gd name="connsiteX4" fmla="*/ 5115291 w 6175182"/>
              <a:gd name="connsiteY4" fmla="*/ 6857989 h 6857989"/>
              <a:gd name="connsiteX5" fmla="*/ 0 w 6175182"/>
              <a:gd name="connsiteY5" fmla="*/ 6857989 h 6857989"/>
              <a:gd name="connsiteX6" fmla="*/ 0 w 6175182"/>
              <a:gd name="connsiteY6" fmla="*/ 0 h 6857989"/>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68182"/>
              <a:gd name="connsiteY0" fmla="*/ 0 h 6866456"/>
              <a:gd name="connsiteX1" fmla="*/ 5013692 w 6168182"/>
              <a:gd name="connsiteY1" fmla="*/ 0 h 6866456"/>
              <a:gd name="connsiteX2" fmla="*/ 5691024 w 6168182"/>
              <a:gd name="connsiteY2" fmla="*/ 3098800 h 6866456"/>
              <a:gd name="connsiteX3" fmla="*/ 6131290 w 6168182"/>
              <a:gd name="connsiteY3" fmla="*/ 5672667 h 6866456"/>
              <a:gd name="connsiteX4" fmla="*/ 5843424 w 6168182"/>
              <a:gd name="connsiteY4" fmla="*/ 6866456 h 6866456"/>
              <a:gd name="connsiteX5" fmla="*/ 0 w 6168182"/>
              <a:gd name="connsiteY5" fmla="*/ 6857989 h 6866456"/>
              <a:gd name="connsiteX6" fmla="*/ 0 w 6168182"/>
              <a:gd name="connsiteY6" fmla="*/ 0 h 6866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168182" h="6866456">
                <a:moveTo>
                  <a:pt x="0" y="0"/>
                </a:moveTo>
                <a:lnTo>
                  <a:pt x="5013692" y="0"/>
                </a:lnTo>
                <a:cubicBezTo>
                  <a:pt x="5041915" y="2113844"/>
                  <a:pt x="5392928" y="2241197"/>
                  <a:pt x="5691024" y="3098800"/>
                </a:cubicBezTo>
                <a:cubicBezTo>
                  <a:pt x="6145754" y="4111625"/>
                  <a:pt x="6230068" y="5012267"/>
                  <a:pt x="6131290" y="5672667"/>
                </a:cubicBezTo>
                <a:cubicBezTo>
                  <a:pt x="6035335" y="6070597"/>
                  <a:pt x="5973246" y="6468526"/>
                  <a:pt x="5843424" y="6866456"/>
                </a:cubicBezTo>
                <a:lnTo>
                  <a:pt x="0" y="6857989"/>
                </a:lnTo>
                <a:lnTo>
                  <a:pt x="0" y="0"/>
                </a:lnTo>
                <a:close/>
              </a:path>
            </a:pathLst>
          </a:custGeom>
          <a:solidFill>
            <a:schemeClr val="accent5"/>
          </a:solidFill>
          <a:ln>
            <a:noFill/>
          </a:ln>
        </p:spPr>
        <p:txBody>
          <a:bodyPr lIns="640080" tIns="777240" rtlCol="0"/>
          <a:lstStyle/>
          <a:p>
            <a:pPr algn="l" rtl="0"/>
            <a:r>
              <a:rPr lang="fr-FR" noProof="0">
                <a:solidFill>
                  <a:srgbClr val="FFFFFF"/>
                </a:solidFill>
                <a:effectLst>
                  <a:outerShdw blurRad="38100" dist="38100" dir="2700000" algn="tl">
                    <a:srgbClr val="000000">
                      <a:alpha val="43137"/>
                    </a:srgbClr>
                  </a:outerShdw>
                </a:effectLst>
              </a:rPr>
              <a:t>Modifiez le style du titre</a:t>
            </a:r>
          </a:p>
        </p:txBody>
      </p:sp>
      <p:sp>
        <p:nvSpPr>
          <p:cNvPr id="45" name="Espace réservé d’image 44">
            <a:extLst>
              <a:ext uri="{FF2B5EF4-FFF2-40B4-BE49-F238E27FC236}">
                <a16:creationId xmlns:a16="http://schemas.microsoft.com/office/drawing/2014/main" id="{BA990E7A-F299-4210-97ED-B2240FAF8D7D}"/>
              </a:ext>
            </a:extLst>
          </p:cNvPr>
          <p:cNvSpPr>
            <a:spLocks noGrp="1"/>
          </p:cNvSpPr>
          <p:nvPr>
            <p:ph type="pic" sz="quarter" idx="10" hasCustomPrompt="1"/>
          </p:nvPr>
        </p:nvSpPr>
        <p:spPr>
          <a:xfrm>
            <a:off x="4657725" y="0"/>
            <a:ext cx="7534275" cy="6857999"/>
          </a:xfrm>
          <a:custGeom>
            <a:avLst/>
            <a:gdLst>
              <a:gd name="connsiteX0" fmla="*/ 0 w 7432675"/>
              <a:gd name="connsiteY0" fmla="*/ 6856431 h 6857999"/>
              <a:gd name="connsiteX1" fmla="*/ 1083393 w 7432675"/>
              <a:gd name="connsiteY1" fmla="*/ 6857999 h 6857999"/>
              <a:gd name="connsiteX2" fmla="*/ 0 w 7432675"/>
              <a:gd name="connsiteY2" fmla="*/ 6857999 h 6857999"/>
              <a:gd name="connsiteX3" fmla="*/ 254367 w 7432675"/>
              <a:gd name="connsiteY3" fmla="*/ 0 h 6857999"/>
              <a:gd name="connsiteX4" fmla="*/ 7432675 w 7432675"/>
              <a:gd name="connsiteY4" fmla="*/ 0 h 6857999"/>
              <a:gd name="connsiteX5" fmla="*/ 7432675 w 7432675"/>
              <a:gd name="connsiteY5" fmla="*/ 6857999 h 6857999"/>
              <a:gd name="connsiteX6" fmla="*/ 1084100 w 7432675"/>
              <a:gd name="connsiteY6" fmla="*/ 6857999 h 6857999"/>
              <a:gd name="connsiteX7" fmla="*/ 1170353 w 7432675"/>
              <a:gd name="connsiteY7" fmla="*/ 6559920 h 6857999"/>
              <a:gd name="connsiteX8" fmla="*/ 1371965 w 7432675"/>
              <a:gd name="connsiteY8" fmla="*/ 5665681 h 6857999"/>
              <a:gd name="connsiteX9" fmla="*/ 931699 w 7432675"/>
              <a:gd name="connsiteY9" fmla="*/ 3094984 h 6857999"/>
              <a:gd name="connsiteX10" fmla="*/ 254367 w 7432675"/>
              <a:gd name="connsiteY10"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2675" h="6857999">
                <a:moveTo>
                  <a:pt x="0" y="6856431"/>
                </a:moveTo>
                <a:lnTo>
                  <a:pt x="1083393" y="6857999"/>
                </a:lnTo>
                <a:lnTo>
                  <a:pt x="0" y="6857999"/>
                </a:lnTo>
                <a:close/>
                <a:moveTo>
                  <a:pt x="254367" y="0"/>
                </a:moveTo>
                <a:lnTo>
                  <a:pt x="7432675" y="0"/>
                </a:lnTo>
                <a:lnTo>
                  <a:pt x="7432675" y="6857999"/>
                </a:lnTo>
                <a:lnTo>
                  <a:pt x="1084100" y="6857999"/>
                </a:lnTo>
                <a:lnTo>
                  <a:pt x="1170353" y="6559920"/>
                </a:lnTo>
                <a:cubicBezTo>
                  <a:pt x="1247083" y="6261841"/>
                  <a:pt x="1299999" y="5963761"/>
                  <a:pt x="1371965" y="5665681"/>
                </a:cubicBezTo>
                <a:cubicBezTo>
                  <a:pt x="1470743" y="5006095"/>
                  <a:pt x="1386429" y="4106562"/>
                  <a:pt x="931699" y="3094984"/>
                </a:cubicBezTo>
                <a:cubicBezTo>
                  <a:pt x="633604" y="2238437"/>
                  <a:pt x="282590" y="2111241"/>
                  <a:pt x="254367" y="0"/>
                </a:cubicBezTo>
                <a:close/>
              </a:path>
            </a:pathLst>
          </a:custGeom>
        </p:spPr>
        <p:txBody>
          <a:bodyPr wrap="square" rtlCol="0">
            <a:noAutofit/>
          </a:bodyPr>
          <a:lstStyle>
            <a:lvl1pPr marL="0" indent="0" algn="ctr">
              <a:buNone/>
              <a:defRPr>
                <a:solidFill>
                  <a:schemeClr val="tx1"/>
                </a:solidFill>
              </a:defRPr>
            </a:lvl1pPr>
          </a:lstStyle>
          <a:p>
            <a:pPr rtl="0"/>
            <a:r>
              <a:rPr lang="fr-FR" noProof="0"/>
              <a:t>Insérer une photo ici</a:t>
            </a:r>
          </a:p>
        </p:txBody>
      </p:sp>
      <p:sp>
        <p:nvSpPr>
          <p:cNvPr id="36" name="Sous-titre 2">
            <a:extLst>
              <a:ext uri="{FF2B5EF4-FFF2-40B4-BE49-F238E27FC236}">
                <a16:creationId xmlns:a16="http://schemas.microsoft.com/office/drawing/2014/main" id="{74108930-733F-4442-A067-3D79F6C096BE}"/>
              </a:ext>
            </a:extLst>
          </p:cNvPr>
          <p:cNvSpPr>
            <a:spLocks noGrp="1"/>
          </p:cNvSpPr>
          <p:nvPr>
            <p:ph type="subTitle" idx="1" hasCustomPrompt="1"/>
          </p:nvPr>
        </p:nvSpPr>
        <p:spPr>
          <a:xfrm>
            <a:off x="537410" y="4072044"/>
            <a:ext cx="4567990" cy="1495379"/>
          </a:xfrm>
          <a:prstGeom prst="rect">
            <a:avLst/>
          </a:prstGeom>
        </p:spPr>
        <p:txBody>
          <a:bodyPr rtlCol="0"/>
          <a:lstStyle>
            <a:lvl1pPr marL="0" indent="0">
              <a:lnSpc>
                <a:spcPct val="100000"/>
              </a:lnSpc>
              <a:buNone/>
              <a:defRPr/>
            </a:lvl1pPr>
          </a:lstStyle>
          <a:p>
            <a:pPr algn="l" rtl="0">
              <a:lnSpc>
                <a:spcPct val="110000"/>
              </a:lnSpc>
              <a:tabLst>
                <a:tab pos="4686300" algn="l"/>
              </a:tabLst>
            </a:pPr>
            <a:r>
              <a:rPr lang="fr-FR" sz="2200" noProof="0">
                <a:solidFill>
                  <a:srgbClr val="FFFFFF"/>
                </a:solidFill>
                <a:effectLst>
                  <a:outerShdw blurRad="38100" dist="38100" dir="2700000" algn="tl">
                    <a:srgbClr val="000000">
                      <a:alpha val="43137"/>
                    </a:srgbClr>
                  </a:outerShdw>
                </a:effectLst>
              </a:rPr>
              <a:t>Cliquez pour ajouter un sous-titre</a:t>
            </a:r>
          </a:p>
        </p:txBody>
      </p:sp>
    </p:spTree>
    <p:extLst>
      <p:ext uri="{BB962C8B-B14F-4D97-AF65-F5344CB8AC3E}">
        <p14:creationId xmlns:p14="http://schemas.microsoft.com/office/powerpoint/2010/main" val="1826128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raphique">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1BA840BD-172F-4ADB-A4C1-EA3FB3A68A67}"/>
              </a:ext>
              <a:ext uri="{C183D7F6-B498-43B3-948B-1728B52AA6E4}">
                <adec:decorative xmlns:adec="http://schemas.microsoft.com/office/drawing/2017/decorative" val="1"/>
              </a:ext>
            </a:extLst>
          </p:cNvPr>
          <p:cNvSpPr/>
          <p:nvPr userDrawn="1"/>
        </p:nvSpPr>
        <p:spPr>
          <a:xfrm>
            <a:off x="0" y="0"/>
            <a:ext cx="122086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D0D03E71-B54E-4A6E-A4F8-B6056182446C}"/>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2"/>
              </a:solidFill>
            </a:endParaRPr>
          </a:p>
        </p:txBody>
      </p:sp>
      <p:sp>
        <p:nvSpPr>
          <p:cNvPr id="4" name="Triangle rectangle 3">
            <a:extLst>
              <a:ext uri="{FF2B5EF4-FFF2-40B4-BE49-F238E27FC236}">
                <a16:creationId xmlns:a16="http://schemas.microsoft.com/office/drawing/2014/main" id="{DD6F5FA1-46FA-4429-A549-1D06D0D7D981}"/>
              </a:ext>
              <a:ext uri="{C183D7F6-B498-43B3-948B-1728B52AA6E4}">
                <adec:decorative xmlns:adec="http://schemas.microsoft.com/office/drawing/2017/decorative" val="1"/>
              </a:ext>
            </a:extLst>
          </p:cNvPr>
          <p:cNvSpPr/>
          <p:nvPr userDrawn="1"/>
        </p:nvSpPr>
        <p:spPr>
          <a:xfrm rot="18900000">
            <a:off x="5901199" y="-284145"/>
            <a:ext cx="568289" cy="568289"/>
          </a:xfrm>
          <a:prstGeom prst="rtTriangle">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971BDD7C-B416-481F-A16C-3B14FBB3132F}"/>
              </a:ext>
              <a:ext uri="{C183D7F6-B498-43B3-948B-1728B52AA6E4}">
                <adec:decorative xmlns:adec="http://schemas.microsoft.com/office/drawing/2017/decorative" val="1"/>
              </a:ext>
            </a:extLst>
          </p:cNvPr>
          <p:cNvGrpSpPr/>
          <p:nvPr userDrawn="1"/>
        </p:nvGrpSpPr>
        <p:grpSpPr>
          <a:xfrm>
            <a:off x="0" y="-1"/>
            <a:ext cx="12214827" cy="6858000"/>
            <a:chOff x="-6214" y="-1"/>
            <a:chExt cx="12214827" cy="6858000"/>
          </a:xfrm>
        </p:grpSpPr>
        <p:cxnSp>
          <p:nvCxnSpPr>
            <p:cNvPr id="6" name="Connecteur droit 5">
              <a:extLst>
                <a:ext uri="{FF2B5EF4-FFF2-40B4-BE49-F238E27FC236}">
                  <a16:creationId xmlns:a16="http://schemas.microsoft.com/office/drawing/2014/main" id="{BCB31C5D-A43A-4C38-B74E-9234A84B02E9}"/>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C6244DD8-1D8F-4AA3-A5F5-4298E404A2C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4CE3EBC0-4667-4BC6-A9CC-DA103BD5F43C}"/>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BFF8C9D8-06A6-4057-AF4A-E68C2FF52192}"/>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1698C5D6-0CD8-4B0A-9018-E4E8AB06B165}"/>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E5FA1E06-A7E0-4387-B888-01CD139E36C5}"/>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67D7FF7A-6DED-49BA-B18D-C07C47CAC127}"/>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50FB5490-621E-4776-8805-17DC2DEB2B2A}"/>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4EFD8034-FE34-446D-BB83-87D71E740780}"/>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F8094A7D-9F32-4BC1-807A-99DF2F31074F}"/>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57259383-E3EA-4FD9-8ED8-83404582FD54}"/>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AA077C54-7103-434A-AC1C-7F8C94E7DE48}"/>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F6FEA7A7-36E0-418B-B34C-E78BF293A96C}"/>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BC33DAE9-7530-473F-B552-AEFA8FB27772}"/>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EE5A9F99-D683-48ED-A296-1FFD3F21F3A1}"/>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2D183D34-AB5D-4F46-8E22-B01A42D6AC64}"/>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84D26E20-E8AB-4CF7-B688-5BFDFA98C97D}"/>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2D5CACA9-37C6-4659-BECC-9BE92661075C}"/>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D43037EA-282B-48DA-A0BF-8B91F2AB9F1F}"/>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C77A6A28-098B-407A-831E-D7948FE5E23B}"/>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2BF6BC88-7C7A-46D2-ADA4-C76A9305F463}"/>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E47B60D5-0F4B-420A-AB1D-D0294AC71C9E}"/>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33834F93-1811-4CFD-83C0-27A8A4B7C345}"/>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90F437B9-26C4-4229-BB1F-5642B6DFAA0A}"/>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A167DE33-C7E4-48D4-9D60-DDC9998505F3}"/>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3313C28F-6328-443A-8D90-A5449D98ACB1}"/>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F98F2146-C0F1-40F0-8F15-8C43677357E3}"/>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A7712F40-2F4A-4840-9A39-5A5D70CF6FD7}"/>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80515D50-4076-4227-A8A6-1EB1AFD0ED33}"/>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6B10FFBE-9594-45E8-A55B-2C29EC499487}"/>
              </a:ext>
              <a:ext uri="{C183D7F6-B498-43B3-948B-1728B52AA6E4}">
                <adec:decorative xmlns:adec="http://schemas.microsoft.com/office/drawing/2017/decorative" val="1"/>
              </a:ext>
            </a:extLst>
          </p:cNvPr>
          <p:cNvSpPr/>
          <p:nvPr userDrawn="1"/>
        </p:nvSpPr>
        <p:spPr>
          <a:xfrm>
            <a:off x="198742" y="1839842"/>
            <a:ext cx="11791142" cy="4405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6A6EAAA1-04E1-4507-BB68-77740F2960C1}"/>
              </a:ext>
              <a:ext uri="{C183D7F6-B498-43B3-948B-1728B52AA6E4}">
                <adec:decorative xmlns:adec="http://schemas.microsoft.com/office/drawing/2017/decorative" val="0"/>
              </a:ext>
            </a:extLst>
          </p:cNvPr>
          <p:cNvSpPr>
            <a:spLocks noGrp="1"/>
          </p:cNvSpPr>
          <p:nvPr>
            <p:ph type="title"/>
          </p:nvPr>
        </p:nvSpPr>
        <p:spPr>
          <a:xfrm>
            <a:off x="304804" y="339991"/>
            <a:ext cx="11502142" cy="1499851"/>
          </a:xfrm>
          <a:prstGeom prst="rect">
            <a:avLst/>
          </a:prstGeom>
        </p:spPr>
        <p:txBody>
          <a:bodyPr rtlCol="0" anchor="ctr">
            <a:normAutofit/>
          </a:bodyPr>
          <a:lstStyle>
            <a:lvl1pPr algn="ctr">
              <a:defRPr sz="4400">
                <a:solidFill>
                  <a:schemeClr val="tx1">
                    <a:alpha val="80000"/>
                  </a:schemeClr>
                </a:solidFill>
              </a:defRPr>
            </a:lvl1pPr>
          </a:lstStyle>
          <a:p>
            <a:pPr algn="ctr" rtl="0">
              <a:lnSpc>
                <a:spcPct val="110000"/>
              </a:lnSpc>
            </a:pPr>
            <a:r>
              <a:rPr lang="fr-FR" noProof="0">
                <a:solidFill>
                  <a:schemeClr val="tx2">
                    <a:alpha val="80000"/>
                  </a:schemeClr>
                </a:solidFill>
                <a:cs typeface="Posterama" panose="020B0504020200020000" pitchFamily="34" charset="0"/>
              </a:rPr>
              <a:t>Modifiez le style du titre</a:t>
            </a:r>
          </a:p>
        </p:txBody>
      </p:sp>
      <p:sp>
        <p:nvSpPr>
          <p:cNvPr id="38" name="Espace réservé du contenu 37">
            <a:extLst>
              <a:ext uri="{FF2B5EF4-FFF2-40B4-BE49-F238E27FC236}">
                <a16:creationId xmlns:a16="http://schemas.microsoft.com/office/drawing/2014/main" id="{A3DF4F51-7BE0-4413-AE23-64539333639A}"/>
              </a:ext>
            </a:extLst>
          </p:cNvPr>
          <p:cNvSpPr>
            <a:spLocks noGrp="1"/>
          </p:cNvSpPr>
          <p:nvPr>
            <p:ph sz="quarter" idx="13" hasCustomPrompt="1"/>
          </p:nvPr>
        </p:nvSpPr>
        <p:spPr>
          <a:xfrm>
            <a:off x="839788" y="2124075"/>
            <a:ext cx="10512425" cy="3906838"/>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
        <p:nvSpPr>
          <p:cNvPr id="40" name="Espace réservé de la date 3">
            <a:extLst>
              <a:ext uri="{FF2B5EF4-FFF2-40B4-BE49-F238E27FC236}">
                <a16:creationId xmlns:a16="http://schemas.microsoft.com/office/drawing/2014/main" id="{523D1252-F7F4-4FB8-950F-8E4B712E27C1}"/>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F83A4E74-05AF-4A1F-A4D9-6EF4B285C271}"/>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0E42BF9C-AE51-478A-B770-1FB2E0831E0D}"/>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2300808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au">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14214285-E69B-44FA-8F37-3B82B332A01D}"/>
              </a:ext>
              <a:ext uri="{C183D7F6-B498-43B3-948B-1728B52AA6E4}">
                <adec:decorative xmlns:adec="http://schemas.microsoft.com/office/drawing/2017/decorative" val="1"/>
              </a:ext>
            </a:extLst>
          </p:cNvPr>
          <p:cNvSpPr/>
          <p:nvPr userDrawn="1"/>
        </p:nvSpPr>
        <p:spPr>
          <a:xfrm>
            <a:off x="0" y="0"/>
            <a:ext cx="122086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48A3C966-52CB-4916-B4BA-FF672A06457C}"/>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CB4C4AFF-B140-4B74-98E9-8E0DBC2D11FF}"/>
              </a:ext>
              <a:ext uri="{C183D7F6-B498-43B3-948B-1728B52AA6E4}">
                <adec:decorative xmlns:adec="http://schemas.microsoft.com/office/drawing/2017/decorative" val="1"/>
              </a:ext>
            </a:extLst>
          </p:cNvPr>
          <p:cNvSpPr/>
          <p:nvPr userDrawn="1"/>
        </p:nvSpPr>
        <p:spPr>
          <a:xfrm rot="18900000">
            <a:off x="5901199" y="-284145"/>
            <a:ext cx="568289" cy="568289"/>
          </a:xfrm>
          <a:prstGeom prst="rtTriangle">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CE8265C3-9975-474C-9EC6-1865EDA8BC92}"/>
              </a:ext>
              <a:ext uri="{C183D7F6-B498-43B3-948B-1728B52AA6E4}">
                <adec:decorative xmlns:adec="http://schemas.microsoft.com/office/drawing/2017/decorative" val="1"/>
              </a:ext>
            </a:extLst>
          </p:cNvPr>
          <p:cNvGrpSpPr/>
          <p:nvPr userDrawn="1"/>
        </p:nvGrpSpPr>
        <p:grpSpPr>
          <a:xfrm>
            <a:off x="0" y="-1"/>
            <a:ext cx="12214827" cy="6858000"/>
            <a:chOff x="-6214" y="-1"/>
            <a:chExt cx="12214827" cy="6858000"/>
          </a:xfrm>
        </p:grpSpPr>
        <p:cxnSp>
          <p:nvCxnSpPr>
            <p:cNvPr id="6" name="Connecteur droit 5">
              <a:extLst>
                <a:ext uri="{FF2B5EF4-FFF2-40B4-BE49-F238E27FC236}">
                  <a16:creationId xmlns:a16="http://schemas.microsoft.com/office/drawing/2014/main" id="{430252D8-1C62-46C0-BAAF-2D16620E3F2B}"/>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3FDBCA84-EA87-46AE-8031-A5D0D41767C3}"/>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3D233BD8-AAA6-4B1E-997F-C2EDAB752A52}"/>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447343BE-C40B-42DF-9412-19CFE586E634}"/>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8FB20094-175C-4954-AC21-B3DF7A29FD9B}"/>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1CB5AAC6-CAF7-49AB-868B-96216F48F522}"/>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9B4F6A36-B3CB-477C-8DC4-27974A6E6AB0}"/>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74710AA7-7038-4AA1-BF59-5F70CD51DC85}"/>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FB32F850-461E-4AFE-8859-EF590175A8D8}"/>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358594BA-77A7-4C7A-89BB-094E0EEC9072}"/>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6144C66B-6345-41CE-87F1-9835625D215F}"/>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476F4275-9BB8-482F-B133-0A4409246900}"/>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CF48B500-CA83-4484-AD8A-B2D2D070AC29}"/>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60090DED-C809-419C-B282-4CF2C023C03B}"/>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07812DB4-DFE4-4544-B138-17181A0765EB}"/>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BB7C4281-5CEE-4DDC-A1C3-643D462CF979}"/>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967C4728-2C62-4235-A5E5-C1BC3E3A7D9B}"/>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5A6AFA3C-432C-422E-8648-0294B214BD4F}"/>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B3AB0C1E-8902-4F27-9C8B-4EAD269CB020}"/>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514D8F3C-E2CF-4B21-8A75-F7E2C934190B}"/>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973221B9-91B2-4BEA-A3AE-41740B0ED3D5}"/>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C378359E-9B9D-46E3-8C5F-50F2DDC78B30}"/>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0C909D46-962B-42D0-B061-0E7496E67E18}"/>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EBA859C6-92B5-4DD3-A147-73B1350FF3C7}"/>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1926E7FA-BD78-40EC-BD71-DD58D0410E5D}"/>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0CC56267-308A-47A2-9533-FA19C9ECCDCE}"/>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AB57300A-1BE1-4257-AB52-6BBDA69F19D5}"/>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9722AA96-3A9B-4BE2-B7A3-D4B32EF3D46B}"/>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6BD30F02-803D-4FDF-AA50-E6144C01D805}"/>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9E5E795C-10D5-4BFA-AFD1-F1128D94FCD0}"/>
              </a:ext>
              <a:ext uri="{C183D7F6-B498-43B3-948B-1728B52AA6E4}">
                <adec:decorative xmlns:adec="http://schemas.microsoft.com/office/drawing/2017/decorative" val="1"/>
              </a:ext>
            </a:extLst>
          </p:cNvPr>
          <p:cNvSpPr/>
          <p:nvPr userDrawn="1"/>
        </p:nvSpPr>
        <p:spPr>
          <a:xfrm>
            <a:off x="198742" y="1839842"/>
            <a:ext cx="11791142" cy="4405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4CBDD123-7FC3-4DB0-9740-BA9F7A8BF0F9}"/>
              </a:ext>
              <a:ext uri="{C183D7F6-B498-43B3-948B-1728B52AA6E4}">
                <adec:decorative xmlns:adec="http://schemas.microsoft.com/office/drawing/2017/decorative" val="0"/>
              </a:ext>
            </a:extLst>
          </p:cNvPr>
          <p:cNvSpPr>
            <a:spLocks noGrp="1"/>
          </p:cNvSpPr>
          <p:nvPr>
            <p:ph type="title"/>
          </p:nvPr>
        </p:nvSpPr>
        <p:spPr>
          <a:xfrm>
            <a:off x="304804" y="339991"/>
            <a:ext cx="11502142" cy="1499851"/>
          </a:xfrm>
          <a:prstGeom prst="rect">
            <a:avLst/>
          </a:prstGeom>
        </p:spPr>
        <p:txBody>
          <a:bodyPr rtlCol="0" anchor="ctr">
            <a:normAutofit/>
          </a:bodyPr>
          <a:lstStyle>
            <a:lvl1pPr algn="ctr">
              <a:defRPr sz="4400">
                <a:solidFill>
                  <a:schemeClr val="tx1">
                    <a:alpha val="80000"/>
                  </a:schemeClr>
                </a:solidFill>
              </a:defRPr>
            </a:lvl1pPr>
          </a:lstStyle>
          <a:p>
            <a:pPr algn="ctr" rtl="0">
              <a:lnSpc>
                <a:spcPct val="110000"/>
              </a:lnSpc>
            </a:pPr>
            <a:r>
              <a:rPr lang="fr-FR" noProof="0">
                <a:solidFill>
                  <a:schemeClr val="tx2">
                    <a:alpha val="80000"/>
                  </a:schemeClr>
                </a:solidFill>
                <a:cs typeface="Posterama" panose="020B0504020200020000" pitchFamily="34" charset="0"/>
              </a:rPr>
              <a:t>Modifiez le style du titre</a:t>
            </a:r>
          </a:p>
        </p:txBody>
      </p:sp>
      <p:sp>
        <p:nvSpPr>
          <p:cNvPr id="37" name="Espace réservé de la date 3">
            <a:extLst>
              <a:ext uri="{FF2B5EF4-FFF2-40B4-BE49-F238E27FC236}">
                <a16:creationId xmlns:a16="http://schemas.microsoft.com/office/drawing/2014/main" id="{24199D58-7108-494B-8A84-EB5906E2606D}"/>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38" name="Espace réservé du pied de page 4">
            <a:extLst>
              <a:ext uri="{FF2B5EF4-FFF2-40B4-BE49-F238E27FC236}">
                <a16:creationId xmlns:a16="http://schemas.microsoft.com/office/drawing/2014/main" id="{3AAF141C-063A-4050-A290-B4B15D7D975F}"/>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39" name="Espace réservé du numéro de diapositive 5">
            <a:extLst>
              <a:ext uri="{FF2B5EF4-FFF2-40B4-BE49-F238E27FC236}">
                <a16:creationId xmlns:a16="http://schemas.microsoft.com/office/drawing/2014/main" id="{A3C23607-1575-4DAD-BCAD-E0DEAE79F25E}"/>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
        <p:nvSpPr>
          <p:cNvPr id="43" name="Espace réservé du contenu 37">
            <a:extLst>
              <a:ext uri="{FF2B5EF4-FFF2-40B4-BE49-F238E27FC236}">
                <a16:creationId xmlns:a16="http://schemas.microsoft.com/office/drawing/2014/main" id="{64C5BEB3-C2F1-4083-B518-6A3C5E3D91C4}"/>
              </a:ext>
            </a:extLst>
          </p:cNvPr>
          <p:cNvSpPr>
            <a:spLocks noGrp="1"/>
          </p:cNvSpPr>
          <p:nvPr>
            <p:ph sz="quarter" idx="13" hasCustomPrompt="1"/>
          </p:nvPr>
        </p:nvSpPr>
        <p:spPr>
          <a:xfrm>
            <a:off x="1285461" y="2419525"/>
            <a:ext cx="9621076" cy="3334804"/>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3354855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itatio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A0A1C8BA-EE32-4677-A0DB-E8B4A9367ACA}"/>
              </a:ext>
              <a:ext uri="{C183D7F6-B498-43B3-948B-1728B52AA6E4}">
                <adec:decorative xmlns:adec="http://schemas.microsoft.com/office/drawing/2017/decorative" val="1"/>
              </a:ext>
            </a:extLst>
          </p:cNvPr>
          <p:cNvSpPr/>
          <p:nvPr userDrawn="1"/>
        </p:nvSpPr>
        <p:spPr>
          <a:xfrm>
            <a:off x="0" y="0"/>
            <a:ext cx="12192000" cy="6858000"/>
          </a:xfrm>
          <a:prstGeom prst="rect">
            <a:avLst/>
          </a:prstGeom>
          <a:ln w="3848" cap="flat">
            <a:noFill/>
            <a:prstDash val="solid"/>
            <a:miter/>
          </a:ln>
          <a:effectLst/>
        </p:spPr>
        <p:txBody>
          <a:bodyPr rtlCol="0" anchor="ctr"/>
          <a:lstStyle/>
          <a:p>
            <a:pPr rtl="0"/>
            <a:endParaRPr lang="fr-FR" noProof="0">
              <a:solidFill>
                <a:schemeClr val="tx1"/>
              </a:solidFill>
            </a:endParaRPr>
          </a:p>
        </p:txBody>
      </p:sp>
      <p:sp>
        <p:nvSpPr>
          <p:cNvPr id="44" name="Espace réservé d’image 43">
            <a:extLst>
              <a:ext uri="{FF2B5EF4-FFF2-40B4-BE49-F238E27FC236}">
                <a16:creationId xmlns:a16="http://schemas.microsoft.com/office/drawing/2014/main" id="{5579473C-4A97-4174-B0C4-C4B3192B7406}"/>
              </a:ext>
            </a:extLst>
          </p:cNvPr>
          <p:cNvSpPr>
            <a:spLocks noGrp="1"/>
          </p:cNvSpPr>
          <p:nvPr>
            <p:ph type="pic" sz="quarter" idx="13" hasCustomPrompt="1"/>
          </p:nvPr>
        </p:nvSpPr>
        <p:spPr>
          <a:xfrm>
            <a:off x="0" y="0"/>
            <a:ext cx="12192000" cy="6858000"/>
          </a:xfrm>
          <a:prstGeom prst="rect">
            <a:avLst/>
          </a:prstGeom>
        </p:spPr>
        <p:txBody>
          <a:bodyPr rtlCol="0" anchor="ctr"/>
          <a:lstStyle>
            <a:lvl1pPr marL="0" indent="0" algn="ctr">
              <a:buNone/>
              <a:defRPr/>
            </a:lvl1pPr>
          </a:lstStyle>
          <a:p>
            <a:pPr rtl="0"/>
            <a:r>
              <a:rPr lang="fr-FR" noProof="0"/>
              <a:t>Insérer une photo ici</a:t>
            </a:r>
          </a:p>
        </p:txBody>
      </p:sp>
      <p:sp>
        <p:nvSpPr>
          <p:cNvPr id="35" name="Titre 1">
            <a:extLst>
              <a:ext uri="{FF2B5EF4-FFF2-40B4-BE49-F238E27FC236}">
                <a16:creationId xmlns:a16="http://schemas.microsoft.com/office/drawing/2014/main" id="{31A29B09-9725-4A06-8144-D0350E24878C}"/>
              </a:ext>
            </a:extLst>
          </p:cNvPr>
          <p:cNvSpPr>
            <a:spLocks noGrp="1"/>
          </p:cNvSpPr>
          <p:nvPr>
            <p:ph type="ctrTitle"/>
          </p:nvPr>
        </p:nvSpPr>
        <p:spPr>
          <a:xfrm>
            <a:off x="12192" y="-1"/>
            <a:ext cx="12167616" cy="3278531"/>
          </a:xfrm>
          <a:custGeom>
            <a:avLst/>
            <a:gdLst>
              <a:gd name="connsiteX0" fmla="*/ 0 w 12167616"/>
              <a:gd name="connsiteY0" fmla="*/ 0 h 3048002"/>
              <a:gd name="connsiteX1" fmla="*/ 12167616 w 12167616"/>
              <a:gd name="connsiteY1" fmla="*/ 0 h 3048002"/>
              <a:gd name="connsiteX2" fmla="*/ 12167616 w 12167616"/>
              <a:gd name="connsiteY2" fmla="*/ 3048002 h 3048002"/>
              <a:gd name="connsiteX3" fmla="*/ 0 w 12167616"/>
              <a:gd name="connsiteY3" fmla="*/ 3048002 h 3048002"/>
              <a:gd name="connsiteX4" fmla="*/ 0 w 12167616"/>
              <a:gd name="connsiteY4" fmla="*/ 0 h 3048002"/>
              <a:gd name="connsiteX0" fmla="*/ 0 w 12167616"/>
              <a:gd name="connsiteY0" fmla="*/ 0 h 3276633"/>
              <a:gd name="connsiteX1" fmla="*/ 12167616 w 12167616"/>
              <a:gd name="connsiteY1" fmla="*/ 0 h 3276633"/>
              <a:gd name="connsiteX2" fmla="*/ 12167616 w 12167616"/>
              <a:gd name="connsiteY2" fmla="*/ 3048002 h 3276633"/>
              <a:gd name="connsiteX3" fmla="*/ 3226308 w 12167616"/>
              <a:gd name="connsiteY3" fmla="*/ 3276602 h 3276633"/>
              <a:gd name="connsiteX4" fmla="*/ 0 w 12167616"/>
              <a:gd name="connsiteY4" fmla="*/ 3048002 h 3276633"/>
              <a:gd name="connsiteX5" fmla="*/ 0 w 12167616"/>
              <a:gd name="connsiteY5" fmla="*/ 0 h 3276633"/>
              <a:gd name="connsiteX0" fmla="*/ 0 w 12167616"/>
              <a:gd name="connsiteY0" fmla="*/ 0 h 3277205"/>
              <a:gd name="connsiteX1" fmla="*/ 12167616 w 12167616"/>
              <a:gd name="connsiteY1" fmla="*/ 0 h 3277205"/>
              <a:gd name="connsiteX2" fmla="*/ 12167616 w 12167616"/>
              <a:gd name="connsiteY2" fmla="*/ 304800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912"/>
              <a:gd name="connsiteX1" fmla="*/ 12167616 w 12167616"/>
              <a:gd name="connsiteY1" fmla="*/ 0 h 3277912"/>
              <a:gd name="connsiteX2" fmla="*/ 12158091 w 12167616"/>
              <a:gd name="connsiteY2" fmla="*/ 2495552 h 3277912"/>
              <a:gd name="connsiteX3" fmla="*/ 7493508 w 12167616"/>
              <a:gd name="connsiteY3" fmla="*/ 2819402 h 3277912"/>
              <a:gd name="connsiteX4" fmla="*/ 3226308 w 12167616"/>
              <a:gd name="connsiteY4" fmla="*/ 3276602 h 3277912"/>
              <a:gd name="connsiteX5" fmla="*/ 0 w 12167616"/>
              <a:gd name="connsiteY5" fmla="*/ 3048002 h 3277912"/>
              <a:gd name="connsiteX6" fmla="*/ 0 w 12167616"/>
              <a:gd name="connsiteY6" fmla="*/ 0 h 3277912"/>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67616" h="3278531">
                <a:moveTo>
                  <a:pt x="0" y="0"/>
                </a:moveTo>
                <a:lnTo>
                  <a:pt x="12167616" y="0"/>
                </a:lnTo>
                <a:lnTo>
                  <a:pt x="12158091" y="2495552"/>
                </a:lnTo>
                <a:cubicBezTo>
                  <a:pt x="11077448" y="2460627"/>
                  <a:pt x="8936101" y="2571752"/>
                  <a:pt x="7493508" y="2819402"/>
                </a:cubicBezTo>
                <a:cubicBezTo>
                  <a:pt x="5984240" y="3009902"/>
                  <a:pt x="5107051" y="3305177"/>
                  <a:pt x="3226308" y="3276602"/>
                </a:cubicBezTo>
                <a:cubicBezTo>
                  <a:pt x="1579372" y="3257552"/>
                  <a:pt x="1046861" y="3171827"/>
                  <a:pt x="0" y="3048002"/>
                </a:cubicBezTo>
                <a:lnTo>
                  <a:pt x="0" y="0"/>
                </a:lnTo>
                <a:close/>
              </a:path>
            </a:pathLst>
          </a:custGeom>
          <a:solidFill>
            <a:schemeClr val="accent5">
              <a:alpha val="60000"/>
            </a:schemeClr>
          </a:solidFill>
        </p:spPr>
        <p:txBody>
          <a:bodyPr lIns="1600200" tIns="731520" rIns="731520" rtlCol="0"/>
          <a:lstStyle>
            <a:lvl1pPr algn="l">
              <a:defRPr sz="4400" baseline="0">
                <a:effectLst>
                  <a:outerShdw blurRad="50800" dist="38100" dir="2700000" algn="tl" rotWithShape="0">
                    <a:prstClr val="black">
                      <a:alpha val="40000"/>
                    </a:prstClr>
                  </a:outerShdw>
                </a:effectLst>
              </a:defRPr>
            </a:lvl1pPr>
          </a:lstStyle>
          <a:p>
            <a:pPr rtl="0"/>
            <a:r>
              <a:rPr lang="fr-FR" noProof="0">
                <a:solidFill>
                  <a:srgbClr val="FFFFFF"/>
                </a:solidFill>
                <a:effectLst>
                  <a:outerShdw blurRad="38100" dist="38100" dir="2700000" algn="tl">
                    <a:srgbClr val="000000">
                      <a:alpha val="43137"/>
                    </a:srgbClr>
                  </a:outerShdw>
                </a:effectLst>
              </a:rPr>
              <a:t>Modifiez le style du titre</a:t>
            </a:r>
          </a:p>
        </p:txBody>
      </p:sp>
      <p:sp>
        <p:nvSpPr>
          <p:cNvPr id="36" name="Sous-titre 2">
            <a:extLst>
              <a:ext uri="{FF2B5EF4-FFF2-40B4-BE49-F238E27FC236}">
                <a16:creationId xmlns:a16="http://schemas.microsoft.com/office/drawing/2014/main" id="{0BC153F2-4F90-4C1D-9840-7ED0BE6CC071}"/>
              </a:ext>
            </a:extLst>
          </p:cNvPr>
          <p:cNvSpPr>
            <a:spLocks noGrp="1"/>
          </p:cNvSpPr>
          <p:nvPr>
            <p:ph type="subTitle" idx="1" hasCustomPrompt="1"/>
          </p:nvPr>
        </p:nvSpPr>
        <p:spPr>
          <a:xfrm>
            <a:off x="1571625" y="2057400"/>
            <a:ext cx="9144000" cy="697889"/>
          </a:xfrm>
          <a:prstGeom prst="rect">
            <a:avLst/>
          </a:prstGeom>
        </p:spPr>
        <p:txBody>
          <a:bodyPr rtlCol="0"/>
          <a:lstStyle>
            <a:lvl1pPr marL="0" indent="0">
              <a:lnSpc>
                <a:spcPct val="100000"/>
              </a:lnSpc>
              <a:buNone/>
              <a:defRPr sz="3200">
                <a:effectLst>
                  <a:outerShdw blurRad="50800" dist="38100" dir="2700000" algn="tl" rotWithShape="0">
                    <a:prstClr val="black">
                      <a:alpha val="40000"/>
                    </a:prstClr>
                  </a:outerShdw>
                </a:effectLst>
              </a:defRPr>
            </a:lvl1pPr>
          </a:lstStyle>
          <a:p>
            <a:pPr rtl="0">
              <a:lnSpc>
                <a:spcPct val="110000"/>
              </a:lnSpc>
              <a:tabLst>
                <a:tab pos="4686300" algn="l"/>
              </a:tabLst>
            </a:pPr>
            <a:r>
              <a:rPr lang="fr-FR" sz="2200" noProof="0">
                <a:solidFill>
                  <a:srgbClr val="FFFFFF"/>
                </a:solidFill>
                <a:effectLst>
                  <a:outerShdw blurRad="38100" dist="38100" dir="2700000" algn="tl">
                    <a:srgbClr val="000000">
                      <a:alpha val="43137"/>
                    </a:srgbClr>
                  </a:outerShdw>
                </a:effectLst>
              </a:rPr>
              <a:t>Cliquez pour ajouter un sous-titre</a:t>
            </a:r>
          </a:p>
        </p:txBody>
      </p:sp>
      <p:sp>
        <p:nvSpPr>
          <p:cNvPr id="40" name="Espace réservé de la date 3">
            <a:extLst>
              <a:ext uri="{FF2B5EF4-FFF2-40B4-BE49-F238E27FC236}">
                <a16:creationId xmlns:a16="http://schemas.microsoft.com/office/drawing/2014/main" id="{16DF808F-D351-410D-9F2D-398F16508341}"/>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5CBDF859-0E53-403F-BDF5-D2ACFDE0F0DC}"/>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6C783243-E8EE-43A9-8751-47F28258C851}"/>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7564746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Équip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CF8AECF-5A92-463B-BA47-0FCC18460F23}"/>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93EE04FB-7154-40A4-B450-6D374EEA1D49}"/>
              </a:ext>
              <a:ext uri="{C183D7F6-B498-43B3-948B-1728B52AA6E4}">
                <adec:decorative xmlns:adec="http://schemas.microsoft.com/office/drawing/2017/decorative" val="1"/>
              </a:ext>
            </a:extLst>
          </p:cNvPr>
          <p:cNvSpPr/>
          <p:nvPr userDrawn="1"/>
        </p:nvSpPr>
        <p:spPr>
          <a:xfrm>
            <a:off x="0" y="-2"/>
            <a:ext cx="12208613"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9CC78B40-9FD9-446A-B45F-300105F793C2}"/>
              </a:ext>
              <a:ext uri="{C183D7F6-B498-43B3-948B-1728B52AA6E4}">
                <adec:decorative xmlns:adec="http://schemas.microsoft.com/office/drawing/2017/decorative" val="1"/>
              </a:ext>
            </a:extLst>
          </p:cNvPr>
          <p:cNvSpPr/>
          <p:nvPr userDrawn="1"/>
        </p:nvSpPr>
        <p:spPr>
          <a:xfrm rot="13500000">
            <a:off x="-284145" y="5174205"/>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530379A0-5C8C-401F-999E-853BBE819ED7}"/>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6" name="Connecteur droit 5">
              <a:extLst>
                <a:ext uri="{FF2B5EF4-FFF2-40B4-BE49-F238E27FC236}">
                  <a16:creationId xmlns:a16="http://schemas.microsoft.com/office/drawing/2014/main" id="{6BAD8CB8-0B8F-4FFC-9B53-0A25A6D8C271}"/>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A06EB755-19BC-4135-AC9E-216BD9EFBC7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FABBCDE1-ED90-46D4-A54F-8DF75E6355D9}"/>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617EE92D-999B-42DC-AE5F-C0EF864B3A76}"/>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0D2D8FEC-E645-4653-AED1-8AC4726539B8}"/>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D24F2FD6-0640-4CC1-8BC0-943E18377221}"/>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53428DDD-12A7-460B-812A-8B399DB06E80}"/>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D5338223-5FF2-41AC-983B-2579BF283589}"/>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205BC773-8A9D-4A41-AB44-232E27D97A01}"/>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88C44602-D29E-4377-8B26-1026454E539F}"/>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62256972-09FB-4BB3-9C4C-E3B88A018FBA}"/>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0134E892-CE91-40D7-92B3-CDD7EC5FA953}"/>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87C3F8A2-919C-48E1-80E9-3CE46ED50A89}"/>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5F8EAB05-F7F8-4E3A-90CA-1F649D8F75C3}"/>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3DEB4BDA-07F6-406A-9F3D-B698C40621E2}"/>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07F9A11A-092D-46B1-9A4A-1D4B6EA5ACB5}"/>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0001BAA7-FA74-4D23-BA66-9B69F5C93BFA}"/>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C9A5E888-F108-4A4B-8F5C-BDDA111A2C24}"/>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D6BEBDE4-B729-4E11-BF86-C230F3E43ED3}"/>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D89A8680-5A41-4BF5-8D16-9527D5255B52}"/>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6CECFD79-4E24-4938-B106-D35D6B7557A4}"/>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DCA81B51-2EF6-40AB-90F9-7BCBEBEAA09C}"/>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5BAA676-23D8-4C3F-852F-187DC2B66BF0}"/>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CA6E4405-CD90-4F7F-85B0-08CF800D99CB}"/>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8DD2B8C8-4CC0-425C-9E23-15300BEF5BEA}"/>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E84B1743-F5A2-44CC-A085-7DF4AD9F9FDC}"/>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C31D2A5C-768C-44BE-BCC2-DE75C8D36665}"/>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F4196A7A-2609-45EB-A922-866317428BAD}"/>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653E6B24-2886-472E-9BCF-702135CB99E5}"/>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Organigramme : Document 8">
            <a:extLst>
              <a:ext uri="{FF2B5EF4-FFF2-40B4-BE49-F238E27FC236}">
                <a16:creationId xmlns:a16="http://schemas.microsoft.com/office/drawing/2014/main" id="{8950255A-61D7-40B8-81A8-E5551BC999C0}"/>
              </a:ext>
              <a:ext uri="{C183D7F6-B498-43B3-948B-1728B52AA6E4}">
                <adec:decorative xmlns:adec="http://schemas.microsoft.com/office/drawing/2017/decorative" val="1"/>
              </a:ext>
            </a:extLst>
          </p:cNvPr>
          <p:cNvSpPr/>
          <p:nvPr userDrawn="1"/>
        </p:nvSpPr>
        <p:spPr>
          <a:xfrm>
            <a:off x="-6214" y="-31894"/>
            <a:ext cx="12214827" cy="4760619"/>
          </a:xfrm>
          <a:custGeom>
            <a:avLst/>
            <a:gdLst>
              <a:gd name="connsiteX0" fmla="*/ 0 w 21600"/>
              <a:gd name="connsiteY0" fmla="*/ 0 h 21600"/>
              <a:gd name="connsiteX1" fmla="*/ 21600 w 21600"/>
              <a:gd name="connsiteY1" fmla="*/ 0 h 21600"/>
              <a:gd name="connsiteX2" fmla="*/ 21600 w 21600"/>
              <a:gd name="connsiteY2" fmla="*/ 17322 h 21600"/>
              <a:gd name="connsiteX3" fmla="*/ 0 w 21600"/>
              <a:gd name="connsiteY3" fmla="*/ 20172 h 21600"/>
              <a:gd name="connsiteX4" fmla="*/ 0 w 21600"/>
              <a:gd name="connsiteY4" fmla="*/ 0 h 21600"/>
              <a:gd name="connsiteX0" fmla="*/ 0 w 21600"/>
              <a:gd name="connsiteY0" fmla="*/ 26328 h 47652"/>
              <a:gd name="connsiteX1" fmla="*/ 21562 w 21600"/>
              <a:gd name="connsiteY1" fmla="*/ 0 h 47652"/>
              <a:gd name="connsiteX2" fmla="*/ 21600 w 21600"/>
              <a:gd name="connsiteY2" fmla="*/ 43650 h 47652"/>
              <a:gd name="connsiteX3" fmla="*/ 0 w 21600"/>
              <a:gd name="connsiteY3" fmla="*/ 46500 h 47652"/>
              <a:gd name="connsiteX4" fmla="*/ 0 w 21600"/>
              <a:gd name="connsiteY4" fmla="*/ 26328 h 47652"/>
              <a:gd name="connsiteX0" fmla="*/ 56 w 21600"/>
              <a:gd name="connsiteY0" fmla="*/ 98 h 47652"/>
              <a:gd name="connsiteX1" fmla="*/ 21562 w 21600"/>
              <a:gd name="connsiteY1" fmla="*/ 0 h 47652"/>
              <a:gd name="connsiteX2" fmla="*/ 21600 w 21600"/>
              <a:gd name="connsiteY2" fmla="*/ 43650 h 47652"/>
              <a:gd name="connsiteX3" fmla="*/ 0 w 21600"/>
              <a:gd name="connsiteY3" fmla="*/ 46500 h 47652"/>
              <a:gd name="connsiteX4" fmla="*/ 56 w 21600"/>
              <a:gd name="connsiteY4" fmla="*/ 98 h 47652"/>
              <a:gd name="connsiteX0" fmla="*/ 37 w 21600"/>
              <a:gd name="connsiteY0" fmla="*/ 196 h 47652"/>
              <a:gd name="connsiteX1" fmla="*/ 21562 w 21600"/>
              <a:gd name="connsiteY1" fmla="*/ 0 h 47652"/>
              <a:gd name="connsiteX2" fmla="*/ 21600 w 21600"/>
              <a:gd name="connsiteY2" fmla="*/ 43650 h 47652"/>
              <a:gd name="connsiteX3" fmla="*/ 0 w 21600"/>
              <a:gd name="connsiteY3" fmla="*/ 46500 h 47652"/>
              <a:gd name="connsiteX4" fmla="*/ 37 w 21600"/>
              <a:gd name="connsiteY4" fmla="*/ 196 h 47652"/>
              <a:gd name="connsiteX0" fmla="*/ 5 w 21606"/>
              <a:gd name="connsiteY0" fmla="*/ 196 h 47652"/>
              <a:gd name="connsiteX1" fmla="*/ 21568 w 21606"/>
              <a:gd name="connsiteY1" fmla="*/ 0 h 47652"/>
              <a:gd name="connsiteX2" fmla="*/ 21606 w 21606"/>
              <a:gd name="connsiteY2" fmla="*/ 43650 h 47652"/>
              <a:gd name="connsiteX3" fmla="*/ 6 w 21606"/>
              <a:gd name="connsiteY3" fmla="*/ 46500 h 47652"/>
              <a:gd name="connsiteX4" fmla="*/ 5 w 21606"/>
              <a:gd name="connsiteY4" fmla="*/ 196 h 47652"/>
              <a:gd name="connsiteX0" fmla="*/ 3 w 21642"/>
              <a:gd name="connsiteY0" fmla="*/ 1 h 47652"/>
              <a:gd name="connsiteX1" fmla="*/ 21604 w 21642"/>
              <a:gd name="connsiteY1" fmla="*/ 0 h 47652"/>
              <a:gd name="connsiteX2" fmla="*/ 21642 w 21642"/>
              <a:gd name="connsiteY2" fmla="*/ 43650 h 47652"/>
              <a:gd name="connsiteX3" fmla="*/ 42 w 21642"/>
              <a:gd name="connsiteY3" fmla="*/ 46500 h 47652"/>
              <a:gd name="connsiteX4" fmla="*/ 3 w 21642"/>
              <a:gd name="connsiteY4" fmla="*/ 1 h 47652"/>
              <a:gd name="connsiteX0" fmla="*/ 3 w 21642"/>
              <a:gd name="connsiteY0" fmla="*/ 0 h 47651"/>
              <a:gd name="connsiteX1" fmla="*/ 21623 w 21642"/>
              <a:gd name="connsiteY1" fmla="*/ 97 h 47651"/>
              <a:gd name="connsiteX2" fmla="*/ 21642 w 21642"/>
              <a:gd name="connsiteY2" fmla="*/ 43649 h 47651"/>
              <a:gd name="connsiteX3" fmla="*/ 42 w 21642"/>
              <a:gd name="connsiteY3" fmla="*/ 46499 h 47651"/>
              <a:gd name="connsiteX4" fmla="*/ 3 w 21642"/>
              <a:gd name="connsiteY4" fmla="*/ 0 h 47651"/>
              <a:gd name="connsiteX0" fmla="*/ 3 w 21642"/>
              <a:gd name="connsiteY0" fmla="*/ 147 h 47798"/>
              <a:gd name="connsiteX1" fmla="*/ 21623 w 21642"/>
              <a:gd name="connsiteY1" fmla="*/ 0 h 47798"/>
              <a:gd name="connsiteX2" fmla="*/ 21642 w 21642"/>
              <a:gd name="connsiteY2" fmla="*/ 43796 h 47798"/>
              <a:gd name="connsiteX3" fmla="*/ 42 w 21642"/>
              <a:gd name="connsiteY3" fmla="*/ 46646 h 47798"/>
              <a:gd name="connsiteX4" fmla="*/ 3 w 21642"/>
              <a:gd name="connsiteY4" fmla="*/ 147 h 47798"/>
              <a:gd name="connsiteX0" fmla="*/ 17 w 21656"/>
              <a:gd name="connsiteY0" fmla="*/ 147 h 47742"/>
              <a:gd name="connsiteX1" fmla="*/ 21637 w 21656"/>
              <a:gd name="connsiteY1" fmla="*/ 0 h 47742"/>
              <a:gd name="connsiteX2" fmla="*/ 21656 w 21656"/>
              <a:gd name="connsiteY2" fmla="*/ 43796 h 47742"/>
              <a:gd name="connsiteX3" fmla="*/ 0 w 21656"/>
              <a:gd name="connsiteY3" fmla="*/ 46582 h 47742"/>
              <a:gd name="connsiteX4" fmla="*/ 17 w 21656"/>
              <a:gd name="connsiteY4" fmla="*/ 147 h 47742"/>
              <a:gd name="connsiteX0" fmla="*/ 17 w 21663"/>
              <a:gd name="connsiteY0" fmla="*/ 73 h 47668"/>
              <a:gd name="connsiteX1" fmla="*/ 21663 w 21663"/>
              <a:gd name="connsiteY1" fmla="*/ 0 h 47668"/>
              <a:gd name="connsiteX2" fmla="*/ 21656 w 21663"/>
              <a:gd name="connsiteY2" fmla="*/ 43722 h 47668"/>
              <a:gd name="connsiteX3" fmla="*/ 0 w 21663"/>
              <a:gd name="connsiteY3" fmla="*/ 46508 h 47668"/>
              <a:gd name="connsiteX4" fmla="*/ 17 w 21663"/>
              <a:gd name="connsiteY4" fmla="*/ 73 h 47668"/>
              <a:gd name="connsiteX0" fmla="*/ 5 w 21671"/>
              <a:gd name="connsiteY0" fmla="*/ 73 h 47668"/>
              <a:gd name="connsiteX1" fmla="*/ 21671 w 21671"/>
              <a:gd name="connsiteY1" fmla="*/ 0 h 47668"/>
              <a:gd name="connsiteX2" fmla="*/ 21664 w 21671"/>
              <a:gd name="connsiteY2" fmla="*/ 43722 h 47668"/>
              <a:gd name="connsiteX3" fmla="*/ 8 w 21671"/>
              <a:gd name="connsiteY3" fmla="*/ 46508 h 47668"/>
              <a:gd name="connsiteX4" fmla="*/ 5 w 21671"/>
              <a:gd name="connsiteY4" fmla="*/ 73 h 47668"/>
              <a:gd name="connsiteX0" fmla="*/ 5 w 21671"/>
              <a:gd name="connsiteY0" fmla="*/ 73 h 47668"/>
              <a:gd name="connsiteX1" fmla="*/ 21671 w 21671"/>
              <a:gd name="connsiteY1" fmla="*/ 0 h 47668"/>
              <a:gd name="connsiteX2" fmla="*/ 21670 w 21671"/>
              <a:gd name="connsiteY2" fmla="*/ 43722 h 47668"/>
              <a:gd name="connsiteX3" fmla="*/ 8 w 21671"/>
              <a:gd name="connsiteY3" fmla="*/ 46508 h 47668"/>
              <a:gd name="connsiteX4" fmla="*/ 5 w 21671"/>
              <a:gd name="connsiteY4" fmla="*/ 73 h 47668"/>
              <a:gd name="connsiteX0" fmla="*/ 4 w 21676"/>
              <a:gd name="connsiteY0" fmla="*/ 0 h 47722"/>
              <a:gd name="connsiteX1" fmla="*/ 21676 w 21676"/>
              <a:gd name="connsiteY1" fmla="*/ 54 h 47722"/>
              <a:gd name="connsiteX2" fmla="*/ 21675 w 21676"/>
              <a:gd name="connsiteY2" fmla="*/ 43776 h 47722"/>
              <a:gd name="connsiteX3" fmla="*/ 13 w 21676"/>
              <a:gd name="connsiteY3" fmla="*/ 46562 h 47722"/>
              <a:gd name="connsiteX4" fmla="*/ 4 w 21676"/>
              <a:gd name="connsiteY4" fmla="*/ 0 h 4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76" h="47722">
                <a:moveTo>
                  <a:pt x="4" y="0"/>
                </a:moveTo>
                <a:lnTo>
                  <a:pt x="21676" y="54"/>
                </a:lnTo>
                <a:cubicBezTo>
                  <a:pt x="21676" y="5828"/>
                  <a:pt x="21675" y="38002"/>
                  <a:pt x="21675" y="43776"/>
                </a:cubicBezTo>
                <a:cubicBezTo>
                  <a:pt x="10875" y="43776"/>
                  <a:pt x="10813" y="50312"/>
                  <a:pt x="13" y="46562"/>
                </a:cubicBezTo>
                <a:cubicBezTo>
                  <a:pt x="32" y="31095"/>
                  <a:pt x="-15" y="15467"/>
                  <a:pt x="4" y="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38904292-78D1-42CD-8EC5-4992803B9A1E}"/>
              </a:ext>
            </a:extLst>
          </p:cNvPr>
          <p:cNvSpPr>
            <a:spLocks noGrp="1"/>
          </p:cNvSpPr>
          <p:nvPr>
            <p:ph type="title"/>
          </p:nvPr>
        </p:nvSpPr>
        <p:spPr>
          <a:xfrm>
            <a:off x="457200" y="4657856"/>
            <a:ext cx="10744186" cy="1589223"/>
          </a:xfrm>
          <a:prstGeom prst="rect">
            <a:avLst/>
          </a:prstGeom>
        </p:spPr>
        <p:txBody>
          <a:bodyPr rtlCol="0" anchor="ctr">
            <a:normAutofit/>
          </a:bodyPr>
          <a:lstStyle>
            <a:lvl1pPr>
              <a:defRPr sz="4400"/>
            </a:lvl1pPr>
          </a:lstStyle>
          <a:p>
            <a:pPr rtl="0">
              <a:lnSpc>
                <a:spcPct val="110000"/>
              </a:lnSpc>
            </a:pPr>
            <a:r>
              <a:rPr lang="fr-FR" noProof="0">
                <a:solidFill>
                  <a:srgbClr val="FFFFFF"/>
                </a:solidFill>
                <a:cs typeface="Posterama" panose="020B0504020200020000" pitchFamily="34" charset="0"/>
              </a:rPr>
              <a:t>Modifiez le style du titre</a:t>
            </a:r>
          </a:p>
        </p:txBody>
      </p:sp>
      <p:sp>
        <p:nvSpPr>
          <p:cNvPr id="40" name="Espace réservé de la date 3">
            <a:extLst>
              <a:ext uri="{FF2B5EF4-FFF2-40B4-BE49-F238E27FC236}">
                <a16:creationId xmlns:a16="http://schemas.microsoft.com/office/drawing/2014/main" id="{0B283B3A-087C-457E-A2AA-C7F855A8F10F}"/>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B407BCF8-1966-4465-AC77-708642E4FEDC}"/>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771AF851-D6F8-47DF-80DA-62CC552687E0}"/>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
        <p:nvSpPr>
          <p:cNvPr id="44" name="Espace réservé du contenu 37">
            <a:extLst>
              <a:ext uri="{FF2B5EF4-FFF2-40B4-BE49-F238E27FC236}">
                <a16:creationId xmlns:a16="http://schemas.microsoft.com/office/drawing/2014/main" id="{8814F959-09CC-4946-86C4-CFAD4C2BF452}"/>
              </a:ext>
            </a:extLst>
          </p:cNvPr>
          <p:cNvSpPr>
            <a:spLocks noGrp="1"/>
          </p:cNvSpPr>
          <p:nvPr>
            <p:ph sz="quarter" idx="13" hasCustomPrompt="1"/>
          </p:nvPr>
        </p:nvSpPr>
        <p:spPr>
          <a:xfrm>
            <a:off x="401840" y="170451"/>
            <a:ext cx="11407483" cy="4184701"/>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27131295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ronologi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EE436F9-C1F1-473C-97B1-34B3AC1620B8}"/>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664B0B3C-4A91-4D0C-941E-B7D2E36CF7E6}"/>
              </a:ext>
              <a:ext uri="{C183D7F6-B498-43B3-948B-1728B52AA6E4}">
                <adec:decorative xmlns:adec="http://schemas.microsoft.com/office/drawing/2017/decorative" val="1"/>
              </a:ext>
            </a:extLst>
          </p:cNvPr>
          <p:cNvSpPr/>
          <p:nvPr userDrawn="1"/>
        </p:nvSpPr>
        <p:spPr>
          <a:xfrm>
            <a:off x="0" y="-2"/>
            <a:ext cx="12208613"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2D7F6BD6-AD9B-40A8-8631-93927B6028B3}"/>
              </a:ext>
              <a:ext uri="{C183D7F6-B498-43B3-948B-1728B52AA6E4}">
                <adec:decorative xmlns:adec="http://schemas.microsoft.com/office/drawing/2017/decorative" val="1"/>
              </a:ext>
            </a:extLst>
          </p:cNvPr>
          <p:cNvSpPr/>
          <p:nvPr userDrawn="1"/>
        </p:nvSpPr>
        <p:spPr>
          <a:xfrm rot="13500000">
            <a:off x="-284145" y="5174205"/>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00A7304B-809F-421E-B3C1-960A6CD5531D}"/>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6" name="Connecteur droit 5">
              <a:extLst>
                <a:ext uri="{FF2B5EF4-FFF2-40B4-BE49-F238E27FC236}">
                  <a16:creationId xmlns:a16="http://schemas.microsoft.com/office/drawing/2014/main" id="{6B2996F3-5E6E-44E8-812C-3507DE7B1C99}"/>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A4278526-38B9-4357-9197-CA50C0AD61B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93D9F9BB-B9FA-4C50-BFBB-D17E9056F58C}"/>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E9822CEB-3134-49B9-AFFD-A782DD039296}"/>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D3BEE4FB-5349-44A2-BF40-A3B7B73BA972}"/>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231C31F7-1E4D-46A1-B5FB-E698DADC0452}"/>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C0C0BDD2-1C23-401C-9222-0C95315EBB63}"/>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A9CD7F7-EA2C-42C8-8CC9-F00EAE2677EC}"/>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5F32B0FC-6530-45AD-BEB6-555372040D3D}"/>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43D07DD7-FE85-4B41-B16D-31FE43882C4B}"/>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4AC89228-000D-43FE-8B10-66E806533A02}"/>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4D10C63A-108E-43ED-8D81-8A03C83E429F}"/>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708E7A2C-AED6-4879-BC5F-A92EE79E9BBC}"/>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A60896CE-034C-46F1-A79F-CDF3BFC4FC92}"/>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F7B47AEE-EBDC-416F-856E-9BD8657BA3CF}"/>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F759ED6A-B0A2-494E-A160-5ACC24C3F014}"/>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5B58699F-DEDD-430C-80FE-60AED89077F6}"/>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4300C0B9-9E3B-4677-BC2F-53EB2F7D905D}"/>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8CB0EFA1-ABB5-4BC7-A392-6EBA8D31BFBA}"/>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F68DB692-F9E4-4EB2-A1EE-8F81B0340C73}"/>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4934086F-B52E-4B48-ADE6-F7E603586B85}"/>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727A5AD2-7594-4954-BD07-0660E642AC8F}"/>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B8D42CD-8746-4FCF-8B6C-1E57CB5BCA29}"/>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0426B80E-5E13-40C5-9542-EAE4671DA1E1}"/>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9D79A255-4580-4AA0-8302-575A116C5846}"/>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848C53C4-B810-442C-BC9B-27DEEDF09B67}"/>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29B1EE73-8CEF-455A-BD1F-79666415F29D}"/>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4826C8AE-E477-473D-A499-777965967D33}"/>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07E25D3F-2A76-4087-BD89-01CDBEED020E}"/>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Organigramme : Document 8">
            <a:extLst>
              <a:ext uri="{FF2B5EF4-FFF2-40B4-BE49-F238E27FC236}">
                <a16:creationId xmlns:a16="http://schemas.microsoft.com/office/drawing/2014/main" id="{2AAB6B79-0E9F-4797-8DFA-9A437017F140}"/>
              </a:ext>
              <a:ext uri="{C183D7F6-B498-43B3-948B-1728B52AA6E4}">
                <adec:decorative xmlns:adec="http://schemas.microsoft.com/office/drawing/2017/decorative" val="1"/>
              </a:ext>
            </a:extLst>
          </p:cNvPr>
          <p:cNvSpPr/>
          <p:nvPr userDrawn="1"/>
        </p:nvSpPr>
        <p:spPr>
          <a:xfrm>
            <a:off x="-6214" y="-31894"/>
            <a:ext cx="12214827" cy="4760619"/>
          </a:xfrm>
          <a:custGeom>
            <a:avLst/>
            <a:gdLst>
              <a:gd name="connsiteX0" fmla="*/ 0 w 21600"/>
              <a:gd name="connsiteY0" fmla="*/ 0 h 21600"/>
              <a:gd name="connsiteX1" fmla="*/ 21600 w 21600"/>
              <a:gd name="connsiteY1" fmla="*/ 0 h 21600"/>
              <a:gd name="connsiteX2" fmla="*/ 21600 w 21600"/>
              <a:gd name="connsiteY2" fmla="*/ 17322 h 21600"/>
              <a:gd name="connsiteX3" fmla="*/ 0 w 21600"/>
              <a:gd name="connsiteY3" fmla="*/ 20172 h 21600"/>
              <a:gd name="connsiteX4" fmla="*/ 0 w 21600"/>
              <a:gd name="connsiteY4" fmla="*/ 0 h 21600"/>
              <a:gd name="connsiteX0" fmla="*/ 0 w 21600"/>
              <a:gd name="connsiteY0" fmla="*/ 26328 h 47652"/>
              <a:gd name="connsiteX1" fmla="*/ 21562 w 21600"/>
              <a:gd name="connsiteY1" fmla="*/ 0 h 47652"/>
              <a:gd name="connsiteX2" fmla="*/ 21600 w 21600"/>
              <a:gd name="connsiteY2" fmla="*/ 43650 h 47652"/>
              <a:gd name="connsiteX3" fmla="*/ 0 w 21600"/>
              <a:gd name="connsiteY3" fmla="*/ 46500 h 47652"/>
              <a:gd name="connsiteX4" fmla="*/ 0 w 21600"/>
              <a:gd name="connsiteY4" fmla="*/ 26328 h 47652"/>
              <a:gd name="connsiteX0" fmla="*/ 56 w 21600"/>
              <a:gd name="connsiteY0" fmla="*/ 98 h 47652"/>
              <a:gd name="connsiteX1" fmla="*/ 21562 w 21600"/>
              <a:gd name="connsiteY1" fmla="*/ 0 h 47652"/>
              <a:gd name="connsiteX2" fmla="*/ 21600 w 21600"/>
              <a:gd name="connsiteY2" fmla="*/ 43650 h 47652"/>
              <a:gd name="connsiteX3" fmla="*/ 0 w 21600"/>
              <a:gd name="connsiteY3" fmla="*/ 46500 h 47652"/>
              <a:gd name="connsiteX4" fmla="*/ 56 w 21600"/>
              <a:gd name="connsiteY4" fmla="*/ 98 h 47652"/>
              <a:gd name="connsiteX0" fmla="*/ 37 w 21600"/>
              <a:gd name="connsiteY0" fmla="*/ 196 h 47652"/>
              <a:gd name="connsiteX1" fmla="*/ 21562 w 21600"/>
              <a:gd name="connsiteY1" fmla="*/ 0 h 47652"/>
              <a:gd name="connsiteX2" fmla="*/ 21600 w 21600"/>
              <a:gd name="connsiteY2" fmla="*/ 43650 h 47652"/>
              <a:gd name="connsiteX3" fmla="*/ 0 w 21600"/>
              <a:gd name="connsiteY3" fmla="*/ 46500 h 47652"/>
              <a:gd name="connsiteX4" fmla="*/ 37 w 21600"/>
              <a:gd name="connsiteY4" fmla="*/ 196 h 47652"/>
              <a:gd name="connsiteX0" fmla="*/ 5 w 21606"/>
              <a:gd name="connsiteY0" fmla="*/ 196 h 47652"/>
              <a:gd name="connsiteX1" fmla="*/ 21568 w 21606"/>
              <a:gd name="connsiteY1" fmla="*/ 0 h 47652"/>
              <a:gd name="connsiteX2" fmla="*/ 21606 w 21606"/>
              <a:gd name="connsiteY2" fmla="*/ 43650 h 47652"/>
              <a:gd name="connsiteX3" fmla="*/ 6 w 21606"/>
              <a:gd name="connsiteY3" fmla="*/ 46500 h 47652"/>
              <a:gd name="connsiteX4" fmla="*/ 5 w 21606"/>
              <a:gd name="connsiteY4" fmla="*/ 196 h 47652"/>
              <a:gd name="connsiteX0" fmla="*/ 3 w 21642"/>
              <a:gd name="connsiteY0" fmla="*/ 1 h 47652"/>
              <a:gd name="connsiteX1" fmla="*/ 21604 w 21642"/>
              <a:gd name="connsiteY1" fmla="*/ 0 h 47652"/>
              <a:gd name="connsiteX2" fmla="*/ 21642 w 21642"/>
              <a:gd name="connsiteY2" fmla="*/ 43650 h 47652"/>
              <a:gd name="connsiteX3" fmla="*/ 42 w 21642"/>
              <a:gd name="connsiteY3" fmla="*/ 46500 h 47652"/>
              <a:gd name="connsiteX4" fmla="*/ 3 w 21642"/>
              <a:gd name="connsiteY4" fmla="*/ 1 h 47652"/>
              <a:gd name="connsiteX0" fmla="*/ 3 w 21642"/>
              <a:gd name="connsiteY0" fmla="*/ 0 h 47651"/>
              <a:gd name="connsiteX1" fmla="*/ 21623 w 21642"/>
              <a:gd name="connsiteY1" fmla="*/ 97 h 47651"/>
              <a:gd name="connsiteX2" fmla="*/ 21642 w 21642"/>
              <a:gd name="connsiteY2" fmla="*/ 43649 h 47651"/>
              <a:gd name="connsiteX3" fmla="*/ 42 w 21642"/>
              <a:gd name="connsiteY3" fmla="*/ 46499 h 47651"/>
              <a:gd name="connsiteX4" fmla="*/ 3 w 21642"/>
              <a:gd name="connsiteY4" fmla="*/ 0 h 47651"/>
              <a:gd name="connsiteX0" fmla="*/ 3 w 21642"/>
              <a:gd name="connsiteY0" fmla="*/ 147 h 47798"/>
              <a:gd name="connsiteX1" fmla="*/ 21623 w 21642"/>
              <a:gd name="connsiteY1" fmla="*/ 0 h 47798"/>
              <a:gd name="connsiteX2" fmla="*/ 21642 w 21642"/>
              <a:gd name="connsiteY2" fmla="*/ 43796 h 47798"/>
              <a:gd name="connsiteX3" fmla="*/ 42 w 21642"/>
              <a:gd name="connsiteY3" fmla="*/ 46646 h 47798"/>
              <a:gd name="connsiteX4" fmla="*/ 3 w 21642"/>
              <a:gd name="connsiteY4" fmla="*/ 147 h 47798"/>
              <a:gd name="connsiteX0" fmla="*/ 17 w 21656"/>
              <a:gd name="connsiteY0" fmla="*/ 147 h 47742"/>
              <a:gd name="connsiteX1" fmla="*/ 21637 w 21656"/>
              <a:gd name="connsiteY1" fmla="*/ 0 h 47742"/>
              <a:gd name="connsiteX2" fmla="*/ 21656 w 21656"/>
              <a:gd name="connsiteY2" fmla="*/ 43796 h 47742"/>
              <a:gd name="connsiteX3" fmla="*/ 0 w 21656"/>
              <a:gd name="connsiteY3" fmla="*/ 46582 h 47742"/>
              <a:gd name="connsiteX4" fmla="*/ 17 w 21656"/>
              <a:gd name="connsiteY4" fmla="*/ 147 h 47742"/>
              <a:gd name="connsiteX0" fmla="*/ 17 w 21663"/>
              <a:gd name="connsiteY0" fmla="*/ 73 h 47668"/>
              <a:gd name="connsiteX1" fmla="*/ 21663 w 21663"/>
              <a:gd name="connsiteY1" fmla="*/ 0 h 47668"/>
              <a:gd name="connsiteX2" fmla="*/ 21656 w 21663"/>
              <a:gd name="connsiteY2" fmla="*/ 43722 h 47668"/>
              <a:gd name="connsiteX3" fmla="*/ 0 w 21663"/>
              <a:gd name="connsiteY3" fmla="*/ 46508 h 47668"/>
              <a:gd name="connsiteX4" fmla="*/ 17 w 21663"/>
              <a:gd name="connsiteY4" fmla="*/ 73 h 47668"/>
              <a:gd name="connsiteX0" fmla="*/ 5 w 21671"/>
              <a:gd name="connsiteY0" fmla="*/ 73 h 47668"/>
              <a:gd name="connsiteX1" fmla="*/ 21671 w 21671"/>
              <a:gd name="connsiteY1" fmla="*/ 0 h 47668"/>
              <a:gd name="connsiteX2" fmla="*/ 21664 w 21671"/>
              <a:gd name="connsiteY2" fmla="*/ 43722 h 47668"/>
              <a:gd name="connsiteX3" fmla="*/ 8 w 21671"/>
              <a:gd name="connsiteY3" fmla="*/ 46508 h 47668"/>
              <a:gd name="connsiteX4" fmla="*/ 5 w 21671"/>
              <a:gd name="connsiteY4" fmla="*/ 73 h 47668"/>
              <a:gd name="connsiteX0" fmla="*/ 5 w 21671"/>
              <a:gd name="connsiteY0" fmla="*/ 73 h 47668"/>
              <a:gd name="connsiteX1" fmla="*/ 21671 w 21671"/>
              <a:gd name="connsiteY1" fmla="*/ 0 h 47668"/>
              <a:gd name="connsiteX2" fmla="*/ 21670 w 21671"/>
              <a:gd name="connsiteY2" fmla="*/ 43722 h 47668"/>
              <a:gd name="connsiteX3" fmla="*/ 8 w 21671"/>
              <a:gd name="connsiteY3" fmla="*/ 46508 h 47668"/>
              <a:gd name="connsiteX4" fmla="*/ 5 w 21671"/>
              <a:gd name="connsiteY4" fmla="*/ 73 h 47668"/>
              <a:gd name="connsiteX0" fmla="*/ 4 w 21676"/>
              <a:gd name="connsiteY0" fmla="*/ 0 h 47722"/>
              <a:gd name="connsiteX1" fmla="*/ 21676 w 21676"/>
              <a:gd name="connsiteY1" fmla="*/ 54 h 47722"/>
              <a:gd name="connsiteX2" fmla="*/ 21675 w 21676"/>
              <a:gd name="connsiteY2" fmla="*/ 43776 h 47722"/>
              <a:gd name="connsiteX3" fmla="*/ 13 w 21676"/>
              <a:gd name="connsiteY3" fmla="*/ 46562 h 47722"/>
              <a:gd name="connsiteX4" fmla="*/ 4 w 21676"/>
              <a:gd name="connsiteY4" fmla="*/ 0 h 4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76" h="47722">
                <a:moveTo>
                  <a:pt x="4" y="0"/>
                </a:moveTo>
                <a:lnTo>
                  <a:pt x="21676" y="54"/>
                </a:lnTo>
                <a:cubicBezTo>
                  <a:pt x="21676" y="5828"/>
                  <a:pt x="21675" y="38002"/>
                  <a:pt x="21675" y="43776"/>
                </a:cubicBezTo>
                <a:cubicBezTo>
                  <a:pt x="10875" y="43776"/>
                  <a:pt x="10813" y="50312"/>
                  <a:pt x="13" y="46562"/>
                </a:cubicBezTo>
                <a:cubicBezTo>
                  <a:pt x="32" y="31095"/>
                  <a:pt x="-15" y="15467"/>
                  <a:pt x="4" y="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98F8DC0C-B421-4039-8482-5135B165999D}"/>
              </a:ext>
            </a:extLst>
          </p:cNvPr>
          <p:cNvSpPr>
            <a:spLocks noGrp="1"/>
          </p:cNvSpPr>
          <p:nvPr>
            <p:ph type="title"/>
          </p:nvPr>
        </p:nvSpPr>
        <p:spPr>
          <a:xfrm>
            <a:off x="457200" y="4657856"/>
            <a:ext cx="10744186" cy="1589223"/>
          </a:xfrm>
          <a:prstGeom prst="rect">
            <a:avLst/>
          </a:prstGeom>
        </p:spPr>
        <p:txBody>
          <a:bodyPr rtlCol="0" anchor="ctr">
            <a:normAutofit/>
          </a:bodyPr>
          <a:lstStyle>
            <a:lvl1pPr>
              <a:defRPr sz="4400"/>
            </a:lvl1pPr>
          </a:lstStyle>
          <a:p>
            <a:pPr rtl="0">
              <a:lnSpc>
                <a:spcPct val="110000"/>
              </a:lnSpc>
            </a:pPr>
            <a:r>
              <a:rPr lang="fr-FR" noProof="0">
                <a:solidFill>
                  <a:srgbClr val="FFFFFF"/>
                </a:solidFill>
                <a:cs typeface="Posterama" panose="020B0504020200020000" pitchFamily="34" charset="0"/>
              </a:rPr>
              <a:t>Modifiez le style du titre</a:t>
            </a:r>
          </a:p>
        </p:txBody>
      </p:sp>
      <p:sp>
        <p:nvSpPr>
          <p:cNvPr id="37" name="Espace réservé de la date 3">
            <a:extLst>
              <a:ext uri="{FF2B5EF4-FFF2-40B4-BE49-F238E27FC236}">
                <a16:creationId xmlns:a16="http://schemas.microsoft.com/office/drawing/2014/main" id="{00C6B4A2-DB23-481A-87BC-CFF3992EA686}"/>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38" name="Espace réservé du pied de page 4">
            <a:extLst>
              <a:ext uri="{FF2B5EF4-FFF2-40B4-BE49-F238E27FC236}">
                <a16:creationId xmlns:a16="http://schemas.microsoft.com/office/drawing/2014/main" id="{209EAA56-735E-4FAE-88DA-398D6B3EEFC6}"/>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39" name="Espace réservé du numéro de diapositive 5">
            <a:extLst>
              <a:ext uri="{FF2B5EF4-FFF2-40B4-BE49-F238E27FC236}">
                <a16:creationId xmlns:a16="http://schemas.microsoft.com/office/drawing/2014/main" id="{AF69C6C1-6449-4CEB-BD22-FA54483121CD}"/>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
        <p:nvSpPr>
          <p:cNvPr id="41" name="Espace réservé du contenu 37">
            <a:extLst>
              <a:ext uri="{FF2B5EF4-FFF2-40B4-BE49-F238E27FC236}">
                <a16:creationId xmlns:a16="http://schemas.microsoft.com/office/drawing/2014/main" id="{E3F944C7-0E33-4C9B-9544-26D03DD5ECE8}"/>
              </a:ext>
            </a:extLst>
          </p:cNvPr>
          <p:cNvSpPr>
            <a:spLocks noGrp="1"/>
          </p:cNvSpPr>
          <p:nvPr>
            <p:ph sz="quarter" idx="13" hasCustomPrompt="1"/>
          </p:nvPr>
        </p:nvSpPr>
        <p:spPr>
          <a:xfrm>
            <a:off x="516303" y="243154"/>
            <a:ext cx="11156556" cy="3776486"/>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423394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lonne de contenu 2">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6F70B09C-1A53-4C73-9FD8-708C7D95829B}"/>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90" name="Groupe 89">
            <a:extLst>
              <a:ext uri="{FF2B5EF4-FFF2-40B4-BE49-F238E27FC236}">
                <a16:creationId xmlns:a16="http://schemas.microsoft.com/office/drawing/2014/main" id="{D14DE831-4B4E-4AF3-B187-9206DACDB7CA}"/>
              </a:ext>
              <a:ext uri="{C183D7F6-B498-43B3-948B-1728B52AA6E4}">
                <adec:decorative xmlns:adec="http://schemas.microsoft.com/office/drawing/2017/decorative" val="1"/>
              </a:ext>
            </a:extLst>
          </p:cNvPr>
          <p:cNvGrpSpPr/>
          <p:nvPr userDrawn="1"/>
        </p:nvGrpSpPr>
        <p:grpSpPr>
          <a:xfrm>
            <a:off x="17514" y="-1"/>
            <a:ext cx="12214827" cy="6858000"/>
            <a:chOff x="-6214" y="-1"/>
            <a:chExt cx="12214827" cy="6858000"/>
          </a:xfrm>
        </p:grpSpPr>
        <p:cxnSp>
          <p:nvCxnSpPr>
            <p:cNvPr id="91" name="Connecteur droit 90">
              <a:extLst>
                <a:ext uri="{FF2B5EF4-FFF2-40B4-BE49-F238E27FC236}">
                  <a16:creationId xmlns:a16="http://schemas.microsoft.com/office/drawing/2014/main" id="{D771390A-8381-4353-8D62-C0DD79BC28F6}"/>
                </a:ext>
              </a:extLst>
            </p:cNvPr>
            <p:cNvCxnSpPr>
              <a:cxnSpLocks/>
            </p:cNvCxnSpPr>
            <p:nvPr/>
          </p:nvCxnSpPr>
          <p:spPr>
            <a:xfrm>
              <a:off x="-6214" y="6686283"/>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232E81AB-5D89-4A83-948B-6072C2DEE62E}"/>
                </a:ext>
              </a:extLst>
            </p:cNvPr>
            <p:cNvCxnSpPr>
              <a:cxnSpLocks/>
            </p:cNvCxnSpPr>
            <p:nvPr/>
          </p:nvCxnSpPr>
          <p:spPr>
            <a:xfrm>
              <a:off x="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Connecteur droit 92">
              <a:extLst>
                <a:ext uri="{FF2B5EF4-FFF2-40B4-BE49-F238E27FC236}">
                  <a16:creationId xmlns:a16="http://schemas.microsoft.com/office/drawing/2014/main" id="{0FCC4A04-2321-4CD3-92B2-027B2CBD29BA}"/>
                </a:ext>
              </a:extLst>
            </p:cNvPr>
            <p:cNvCxnSpPr>
              <a:cxnSpLocks/>
            </p:cNvCxnSpPr>
            <p:nvPr/>
          </p:nvCxnSpPr>
          <p:spPr>
            <a:xfrm>
              <a:off x="1199325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Connecteur droit 93">
              <a:extLst>
                <a:ext uri="{FF2B5EF4-FFF2-40B4-BE49-F238E27FC236}">
                  <a16:creationId xmlns:a16="http://schemas.microsoft.com/office/drawing/2014/main" id="{BA7BC130-410F-4CC7-B9FD-E7C4C01F0C0A}"/>
                </a:ext>
              </a:extLst>
            </p:cNvPr>
            <p:cNvCxnSpPr>
              <a:cxnSpLocks/>
            </p:cNvCxnSpPr>
            <p:nvPr/>
          </p:nvCxnSpPr>
          <p:spPr>
            <a:xfrm>
              <a:off x="19252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2E0CFD6B-8DE1-46B9-8FE3-AB225A6719F3}"/>
                </a:ext>
              </a:extLst>
            </p:cNvPr>
            <p:cNvCxnSpPr>
              <a:cxnSpLocks/>
            </p:cNvCxnSpPr>
            <p:nvPr/>
          </p:nvCxnSpPr>
          <p:spPr>
            <a:xfrm>
              <a:off x="119196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Connecteur droit 95">
              <a:extLst>
                <a:ext uri="{FF2B5EF4-FFF2-40B4-BE49-F238E27FC236}">
                  <a16:creationId xmlns:a16="http://schemas.microsoft.com/office/drawing/2014/main" id="{00DD451B-8273-4E41-830F-75FD094A2C59}"/>
                </a:ext>
              </a:extLst>
            </p:cNvPr>
            <p:cNvCxnSpPr>
              <a:cxnSpLocks/>
            </p:cNvCxnSpPr>
            <p:nvPr/>
          </p:nvCxnSpPr>
          <p:spPr>
            <a:xfrm>
              <a:off x="219140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Connecteur droit 96">
              <a:extLst>
                <a:ext uri="{FF2B5EF4-FFF2-40B4-BE49-F238E27FC236}">
                  <a16:creationId xmlns:a16="http://schemas.microsoft.com/office/drawing/2014/main" id="{02381626-BACB-4F9A-B456-31C696CBF2DA}"/>
                </a:ext>
              </a:extLst>
            </p:cNvPr>
            <p:cNvCxnSpPr>
              <a:cxnSpLocks/>
            </p:cNvCxnSpPr>
            <p:nvPr/>
          </p:nvCxnSpPr>
          <p:spPr>
            <a:xfrm>
              <a:off x="319084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Connecteur droit 97">
              <a:extLst>
                <a:ext uri="{FF2B5EF4-FFF2-40B4-BE49-F238E27FC236}">
                  <a16:creationId xmlns:a16="http://schemas.microsoft.com/office/drawing/2014/main" id="{26BD6855-6DB8-463B-9145-BA9CF824252B}"/>
                </a:ext>
              </a:extLst>
            </p:cNvPr>
            <p:cNvCxnSpPr>
              <a:cxnSpLocks/>
            </p:cNvCxnSpPr>
            <p:nvPr/>
          </p:nvCxnSpPr>
          <p:spPr>
            <a:xfrm>
              <a:off x="419028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Connecteur droit 98">
              <a:extLst>
                <a:ext uri="{FF2B5EF4-FFF2-40B4-BE49-F238E27FC236}">
                  <a16:creationId xmlns:a16="http://schemas.microsoft.com/office/drawing/2014/main" id="{71628876-83EE-4DC7-8869-F56C4D143E48}"/>
                </a:ext>
              </a:extLst>
            </p:cNvPr>
            <p:cNvCxnSpPr>
              <a:cxnSpLocks/>
            </p:cNvCxnSpPr>
            <p:nvPr/>
          </p:nvCxnSpPr>
          <p:spPr>
            <a:xfrm>
              <a:off x="518971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Connecteur droit 99">
              <a:extLst>
                <a:ext uri="{FF2B5EF4-FFF2-40B4-BE49-F238E27FC236}">
                  <a16:creationId xmlns:a16="http://schemas.microsoft.com/office/drawing/2014/main" id="{35031072-625B-4FC2-A7AF-A25668B28834}"/>
                </a:ext>
              </a:extLst>
            </p:cNvPr>
            <p:cNvCxnSpPr>
              <a:cxnSpLocks/>
            </p:cNvCxnSpPr>
            <p:nvPr/>
          </p:nvCxnSpPr>
          <p:spPr>
            <a:xfrm>
              <a:off x="618915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Connecteur droit 100">
              <a:extLst>
                <a:ext uri="{FF2B5EF4-FFF2-40B4-BE49-F238E27FC236}">
                  <a16:creationId xmlns:a16="http://schemas.microsoft.com/office/drawing/2014/main" id="{F929441C-AEB2-42CA-8577-3203F43FEB0E}"/>
                </a:ext>
              </a:extLst>
            </p:cNvPr>
            <p:cNvCxnSpPr>
              <a:cxnSpLocks/>
            </p:cNvCxnSpPr>
            <p:nvPr/>
          </p:nvCxnSpPr>
          <p:spPr>
            <a:xfrm>
              <a:off x="718859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Connecteur droit 101">
              <a:extLst>
                <a:ext uri="{FF2B5EF4-FFF2-40B4-BE49-F238E27FC236}">
                  <a16:creationId xmlns:a16="http://schemas.microsoft.com/office/drawing/2014/main" id="{19CA70B7-031F-4092-B4FA-4A90532B5036}"/>
                </a:ext>
              </a:extLst>
            </p:cNvPr>
            <p:cNvCxnSpPr>
              <a:cxnSpLocks/>
            </p:cNvCxnSpPr>
            <p:nvPr/>
          </p:nvCxnSpPr>
          <p:spPr>
            <a:xfrm>
              <a:off x="818803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Connecteur droit 102">
              <a:extLst>
                <a:ext uri="{FF2B5EF4-FFF2-40B4-BE49-F238E27FC236}">
                  <a16:creationId xmlns:a16="http://schemas.microsoft.com/office/drawing/2014/main" id="{9E85C53C-39CA-4C00-B01E-8C5674BAF03D}"/>
                </a:ext>
              </a:extLst>
            </p:cNvPr>
            <p:cNvCxnSpPr>
              <a:cxnSpLocks/>
            </p:cNvCxnSpPr>
            <p:nvPr/>
          </p:nvCxnSpPr>
          <p:spPr>
            <a:xfrm>
              <a:off x="918747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Connecteur droit 103">
              <a:extLst>
                <a:ext uri="{FF2B5EF4-FFF2-40B4-BE49-F238E27FC236}">
                  <a16:creationId xmlns:a16="http://schemas.microsoft.com/office/drawing/2014/main" id="{A28812B8-C920-4FEC-AB94-4B5D8B478A67}"/>
                </a:ext>
              </a:extLst>
            </p:cNvPr>
            <p:cNvCxnSpPr>
              <a:cxnSpLocks/>
            </p:cNvCxnSpPr>
            <p:nvPr/>
          </p:nvCxnSpPr>
          <p:spPr>
            <a:xfrm>
              <a:off x="1018690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Connecteur droit 104">
              <a:extLst>
                <a:ext uri="{FF2B5EF4-FFF2-40B4-BE49-F238E27FC236}">
                  <a16:creationId xmlns:a16="http://schemas.microsoft.com/office/drawing/2014/main" id="{98A158BC-BDC0-4D6B-8006-BBDF7041EDDB}"/>
                </a:ext>
              </a:extLst>
            </p:cNvPr>
            <p:cNvCxnSpPr>
              <a:cxnSpLocks/>
            </p:cNvCxnSpPr>
            <p:nvPr/>
          </p:nvCxnSpPr>
          <p:spPr>
            <a:xfrm>
              <a:off x="1118634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Connecteur droit 105">
              <a:extLst>
                <a:ext uri="{FF2B5EF4-FFF2-40B4-BE49-F238E27FC236}">
                  <a16:creationId xmlns:a16="http://schemas.microsoft.com/office/drawing/2014/main" id="{9EB0F122-2776-4058-B989-F3BAFDA95F55}"/>
                </a:ext>
              </a:extLst>
            </p:cNvPr>
            <p:cNvCxnSpPr>
              <a:cxnSpLocks/>
            </p:cNvCxnSpPr>
            <p:nvPr/>
          </p:nvCxnSpPr>
          <p:spPr>
            <a:xfrm>
              <a:off x="1218578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0F9018F4-E93E-4825-B7D6-94648C22CEED}"/>
                </a:ext>
              </a:extLst>
            </p:cNvPr>
            <p:cNvCxnSpPr>
              <a:cxnSpLocks/>
            </p:cNvCxnSpPr>
            <p:nvPr/>
          </p:nvCxnSpPr>
          <p:spPr>
            <a:xfrm>
              <a:off x="0" y="1717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Connecteur droit 107">
              <a:extLst>
                <a:ext uri="{FF2B5EF4-FFF2-40B4-BE49-F238E27FC236}">
                  <a16:creationId xmlns:a16="http://schemas.microsoft.com/office/drawing/2014/main" id="{D4F7E653-1B6A-4AEE-998A-D7B535D02D47}"/>
                </a:ext>
              </a:extLst>
            </p:cNvPr>
            <p:cNvCxnSpPr>
              <a:cxnSpLocks/>
            </p:cNvCxnSpPr>
            <p:nvPr/>
          </p:nvCxnSpPr>
          <p:spPr>
            <a:xfrm>
              <a:off x="0" y="72890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Connecteur droit 108">
              <a:extLst>
                <a:ext uri="{FF2B5EF4-FFF2-40B4-BE49-F238E27FC236}">
                  <a16:creationId xmlns:a16="http://schemas.microsoft.com/office/drawing/2014/main" id="{5A1439AF-AC90-41E1-885A-7E869844D4C7}"/>
                </a:ext>
              </a:extLst>
            </p:cNvPr>
            <p:cNvCxnSpPr>
              <a:cxnSpLocks/>
            </p:cNvCxnSpPr>
            <p:nvPr/>
          </p:nvCxnSpPr>
          <p:spPr>
            <a:xfrm>
              <a:off x="0" y="128609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Connecteur droit 109">
              <a:extLst>
                <a:ext uri="{FF2B5EF4-FFF2-40B4-BE49-F238E27FC236}">
                  <a16:creationId xmlns:a16="http://schemas.microsoft.com/office/drawing/2014/main" id="{E0A50FF0-A246-4674-BCF4-476255BEC15B}"/>
                </a:ext>
              </a:extLst>
            </p:cNvPr>
            <p:cNvCxnSpPr>
              <a:cxnSpLocks/>
            </p:cNvCxnSpPr>
            <p:nvPr/>
          </p:nvCxnSpPr>
          <p:spPr>
            <a:xfrm>
              <a:off x="0" y="184328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 name="Connecteur droit 110">
              <a:extLst>
                <a:ext uri="{FF2B5EF4-FFF2-40B4-BE49-F238E27FC236}">
                  <a16:creationId xmlns:a16="http://schemas.microsoft.com/office/drawing/2014/main" id="{E1885235-40A5-43E7-B9FA-DD4B5D22E218}"/>
                </a:ext>
              </a:extLst>
            </p:cNvPr>
            <p:cNvCxnSpPr>
              <a:cxnSpLocks/>
            </p:cNvCxnSpPr>
            <p:nvPr/>
          </p:nvCxnSpPr>
          <p:spPr>
            <a:xfrm>
              <a:off x="0" y="240047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2" name="Connecteur droit 111">
              <a:extLst>
                <a:ext uri="{FF2B5EF4-FFF2-40B4-BE49-F238E27FC236}">
                  <a16:creationId xmlns:a16="http://schemas.microsoft.com/office/drawing/2014/main" id="{0C816EA7-5943-42BE-858C-AF2089001AD7}"/>
                </a:ext>
              </a:extLst>
            </p:cNvPr>
            <p:cNvCxnSpPr>
              <a:cxnSpLocks/>
            </p:cNvCxnSpPr>
            <p:nvPr/>
          </p:nvCxnSpPr>
          <p:spPr>
            <a:xfrm>
              <a:off x="0" y="295766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3" name="Connecteur droit 112">
              <a:extLst>
                <a:ext uri="{FF2B5EF4-FFF2-40B4-BE49-F238E27FC236}">
                  <a16:creationId xmlns:a16="http://schemas.microsoft.com/office/drawing/2014/main" id="{709DD2EF-AD5F-4463-BAFC-E7F6F3402C8E}"/>
                </a:ext>
              </a:extLst>
            </p:cNvPr>
            <p:cNvCxnSpPr>
              <a:cxnSpLocks/>
            </p:cNvCxnSpPr>
            <p:nvPr/>
          </p:nvCxnSpPr>
          <p:spPr>
            <a:xfrm>
              <a:off x="0" y="351485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Connecteur droit 113">
              <a:extLst>
                <a:ext uri="{FF2B5EF4-FFF2-40B4-BE49-F238E27FC236}">
                  <a16:creationId xmlns:a16="http://schemas.microsoft.com/office/drawing/2014/main" id="{CFB6B983-6B14-43E0-9CE4-22E97309D8F4}"/>
                </a:ext>
              </a:extLst>
            </p:cNvPr>
            <p:cNvCxnSpPr>
              <a:cxnSpLocks/>
            </p:cNvCxnSpPr>
            <p:nvPr/>
          </p:nvCxnSpPr>
          <p:spPr>
            <a:xfrm>
              <a:off x="0" y="407204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Connecteur droit 114">
              <a:extLst>
                <a:ext uri="{FF2B5EF4-FFF2-40B4-BE49-F238E27FC236}">
                  <a16:creationId xmlns:a16="http://schemas.microsoft.com/office/drawing/2014/main" id="{9AAB25A3-8A3B-4279-AACD-37DD3FCAAFD5}"/>
                </a:ext>
              </a:extLst>
            </p:cNvPr>
            <p:cNvCxnSpPr>
              <a:cxnSpLocks/>
            </p:cNvCxnSpPr>
            <p:nvPr/>
          </p:nvCxnSpPr>
          <p:spPr>
            <a:xfrm>
              <a:off x="0" y="462923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Connecteur droit 115">
              <a:extLst>
                <a:ext uri="{FF2B5EF4-FFF2-40B4-BE49-F238E27FC236}">
                  <a16:creationId xmlns:a16="http://schemas.microsoft.com/office/drawing/2014/main" id="{63B2619E-3696-48DC-80B3-6E827F432FEA}"/>
                </a:ext>
              </a:extLst>
            </p:cNvPr>
            <p:cNvCxnSpPr>
              <a:cxnSpLocks/>
            </p:cNvCxnSpPr>
            <p:nvPr/>
          </p:nvCxnSpPr>
          <p:spPr>
            <a:xfrm>
              <a:off x="0" y="518642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7" name="Connecteur droit 116">
              <a:extLst>
                <a:ext uri="{FF2B5EF4-FFF2-40B4-BE49-F238E27FC236}">
                  <a16:creationId xmlns:a16="http://schemas.microsoft.com/office/drawing/2014/main" id="{99B75BCC-DBCB-4C72-A90A-E950FDF7DBDF}"/>
                </a:ext>
              </a:extLst>
            </p:cNvPr>
            <p:cNvCxnSpPr>
              <a:cxnSpLocks/>
            </p:cNvCxnSpPr>
            <p:nvPr/>
          </p:nvCxnSpPr>
          <p:spPr>
            <a:xfrm>
              <a:off x="0" y="57436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8" name="Connecteur droit 117">
              <a:extLst>
                <a:ext uri="{FF2B5EF4-FFF2-40B4-BE49-F238E27FC236}">
                  <a16:creationId xmlns:a16="http://schemas.microsoft.com/office/drawing/2014/main" id="{8070D7F8-AC6B-4E63-9681-742BE98272AA}"/>
                </a:ext>
              </a:extLst>
            </p:cNvPr>
            <p:cNvCxnSpPr>
              <a:cxnSpLocks/>
            </p:cNvCxnSpPr>
            <p:nvPr/>
          </p:nvCxnSpPr>
          <p:spPr>
            <a:xfrm>
              <a:off x="0" y="6857999"/>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9" name="Connecteur droit 118">
              <a:extLst>
                <a:ext uri="{FF2B5EF4-FFF2-40B4-BE49-F238E27FC236}">
                  <a16:creationId xmlns:a16="http://schemas.microsoft.com/office/drawing/2014/main" id="{E11D8428-90D3-4548-AA28-A6F9C1B92183}"/>
                </a:ext>
              </a:extLst>
            </p:cNvPr>
            <p:cNvCxnSpPr>
              <a:cxnSpLocks/>
            </p:cNvCxnSpPr>
            <p:nvPr/>
          </p:nvCxnSpPr>
          <p:spPr>
            <a:xfrm>
              <a:off x="16613" y="6248400"/>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600C71E3-446B-4C21-B7C7-B8872FBB5C2C}"/>
              </a:ext>
              <a:ext uri="{C183D7F6-B498-43B3-948B-1728B52AA6E4}">
                <adec:decorative xmlns:adec="http://schemas.microsoft.com/office/drawing/2017/decorative" val="1"/>
              </a:ext>
            </a:extLst>
          </p:cNvPr>
          <p:cNvSpPr/>
          <p:nvPr userDrawn="1"/>
        </p:nvSpPr>
        <p:spPr>
          <a:xfrm>
            <a:off x="0" y="-1"/>
            <a:ext cx="12192000" cy="6858001"/>
          </a:xfrm>
          <a:prstGeom prst="rect">
            <a:avLst/>
          </a:prstGeom>
          <a:solidFill>
            <a:schemeClr val="accent1">
              <a:lumMod val="40000"/>
              <a:lumOff val="60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77" name="Triangle rectangle 76">
            <a:extLst>
              <a:ext uri="{FF2B5EF4-FFF2-40B4-BE49-F238E27FC236}">
                <a16:creationId xmlns:a16="http://schemas.microsoft.com/office/drawing/2014/main" id="{4E3D1D5C-A81E-44CF-B721-6FBE69359930}"/>
              </a:ext>
              <a:ext uri="{C183D7F6-B498-43B3-948B-1728B52AA6E4}">
                <adec:decorative xmlns:adec="http://schemas.microsoft.com/office/drawing/2017/decorative" val="1"/>
              </a:ext>
            </a:extLst>
          </p:cNvPr>
          <p:cNvSpPr/>
          <p:nvPr userDrawn="1"/>
        </p:nvSpPr>
        <p:spPr>
          <a:xfrm rot="18900000">
            <a:off x="5905012" y="-284145"/>
            <a:ext cx="568289" cy="568289"/>
          </a:xfrm>
          <a:prstGeom prst="rtTriangle">
            <a:avLst/>
          </a:prstGeom>
          <a:solidFill>
            <a:schemeClr val="bg1">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3" name="Titre 2">
            <a:extLst>
              <a:ext uri="{FF2B5EF4-FFF2-40B4-BE49-F238E27FC236}">
                <a16:creationId xmlns:a16="http://schemas.microsoft.com/office/drawing/2014/main" id="{285F7FBB-B77A-47E6-9B07-5B0A0E9B589A}"/>
              </a:ext>
            </a:extLst>
          </p:cNvPr>
          <p:cNvSpPr>
            <a:spLocks noGrp="1"/>
          </p:cNvSpPr>
          <p:nvPr>
            <p:ph type="title" hasCustomPrompt="1"/>
          </p:nvPr>
        </p:nvSpPr>
        <p:spPr>
          <a:xfrm>
            <a:off x="767814" y="456532"/>
            <a:ext cx="10656372" cy="1126426"/>
          </a:xfrm>
          <a:prstGeom prst="rect">
            <a:avLst/>
          </a:prstGeom>
        </p:spPr>
        <p:txBody>
          <a:bodyPr rtlCol="0" anchor="ctr"/>
          <a:lstStyle>
            <a:lvl1pPr algn="ctr">
              <a:defRPr>
                <a:solidFill>
                  <a:schemeClr val="tx2"/>
                </a:solidFill>
              </a:defRPr>
            </a:lvl1pPr>
          </a:lstStyle>
          <a:p>
            <a:pPr rtl="0"/>
            <a:r>
              <a:rPr lang="fr-FR" noProof="0"/>
              <a:t>Cliquez pour ajouter un titre</a:t>
            </a:r>
          </a:p>
        </p:txBody>
      </p:sp>
      <p:sp>
        <p:nvSpPr>
          <p:cNvPr id="82" name="Espace réservé du texte 81">
            <a:extLst>
              <a:ext uri="{FF2B5EF4-FFF2-40B4-BE49-F238E27FC236}">
                <a16:creationId xmlns:a16="http://schemas.microsoft.com/office/drawing/2014/main" id="{8D29AE11-25A6-4A91-94C1-6A26AB6CA3FB}"/>
              </a:ext>
            </a:extLst>
          </p:cNvPr>
          <p:cNvSpPr>
            <a:spLocks noGrp="1"/>
          </p:cNvSpPr>
          <p:nvPr>
            <p:ph type="body" sz="quarter" idx="13" hasCustomPrompt="1"/>
          </p:nvPr>
        </p:nvSpPr>
        <p:spPr>
          <a:xfrm>
            <a:off x="697390" y="1816398"/>
            <a:ext cx="516413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85" name="Espace réservé du texte 84">
            <a:extLst>
              <a:ext uri="{FF2B5EF4-FFF2-40B4-BE49-F238E27FC236}">
                <a16:creationId xmlns:a16="http://schemas.microsoft.com/office/drawing/2014/main" id="{8BC29F00-8301-4CEE-BA06-1D534F497092}"/>
              </a:ext>
            </a:extLst>
          </p:cNvPr>
          <p:cNvSpPr>
            <a:spLocks noGrp="1"/>
          </p:cNvSpPr>
          <p:nvPr>
            <p:ph type="body" sz="quarter" idx="15" hasCustomPrompt="1"/>
          </p:nvPr>
        </p:nvSpPr>
        <p:spPr>
          <a:xfrm>
            <a:off x="696913" y="2597976"/>
            <a:ext cx="5164137" cy="3119437"/>
          </a:xfrm>
          <a:prstGeom prst="rect">
            <a:avLst/>
          </a:prstGeom>
        </p:spPr>
        <p:txBody>
          <a:bodyPr rtlCol="0"/>
          <a:lstStyle>
            <a:lvl1pPr marL="457200" indent="-457200">
              <a:lnSpc>
                <a:spcPct val="100000"/>
              </a:lnSpc>
              <a:buClrTx/>
              <a:buFont typeface="+mj-lt"/>
              <a:buAutoNum type="arabicPeriod"/>
              <a:defRPr sz="1800">
                <a:solidFill>
                  <a:schemeClr val="tx1"/>
                </a:solidFill>
              </a:defRPr>
            </a:lvl1pPr>
          </a:lstStyle>
          <a:p>
            <a:pPr lvl="0" rtl="0"/>
            <a:r>
              <a:rPr lang="fr-FR" noProof="0"/>
              <a:t>Insérer du texte ici</a:t>
            </a:r>
          </a:p>
        </p:txBody>
      </p:sp>
      <p:sp>
        <p:nvSpPr>
          <p:cNvPr id="83" name="Espace réservé du texte 81">
            <a:extLst>
              <a:ext uri="{FF2B5EF4-FFF2-40B4-BE49-F238E27FC236}">
                <a16:creationId xmlns:a16="http://schemas.microsoft.com/office/drawing/2014/main" id="{348078F7-442A-4846-A477-54C056EEA031}"/>
              </a:ext>
            </a:extLst>
          </p:cNvPr>
          <p:cNvSpPr>
            <a:spLocks noGrp="1"/>
          </p:cNvSpPr>
          <p:nvPr>
            <p:ph type="body" sz="quarter" idx="14" hasCustomPrompt="1"/>
          </p:nvPr>
        </p:nvSpPr>
        <p:spPr>
          <a:xfrm>
            <a:off x="6189156" y="1816398"/>
            <a:ext cx="516413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86" name="Espace réservé du texte 84">
            <a:extLst>
              <a:ext uri="{FF2B5EF4-FFF2-40B4-BE49-F238E27FC236}">
                <a16:creationId xmlns:a16="http://schemas.microsoft.com/office/drawing/2014/main" id="{20846AFB-4D65-421E-BDFC-A127A1D58881}"/>
              </a:ext>
            </a:extLst>
          </p:cNvPr>
          <p:cNvSpPr>
            <a:spLocks noGrp="1"/>
          </p:cNvSpPr>
          <p:nvPr>
            <p:ph type="body" sz="quarter" idx="16" hasCustomPrompt="1"/>
          </p:nvPr>
        </p:nvSpPr>
        <p:spPr>
          <a:xfrm>
            <a:off x="6189156" y="2597976"/>
            <a:ext cx="5164137" cy="3119437"/>
          </a:xfrm>
          <a:prstGeom prst="rect">
            <a:avLst/>
          </a:prstGeom>
        </p:spPr>
        <p:txBody>
          <a:bodyPr rtlCol="0"/>
          <a:lstStyle>
            <a:lvl1pPr marL="457200" indent="-457200">
              <a:lnSpc>
                <a:spcPct val="100000"/>
              </a:lnSpc>
              <a:buClrTx/>
              <a:buFont typeface="+mj-lt"/>
              <a:buAutoNum type="arabicPeriod"/>
              <a:defRPr sz="1800">
                <a:solidFill>
                  <a:schemeClr val="tx1"/>
                </a:solidFill>
              </a:defRPr>
            </a:lvl1pPr>
          </a:lstStyle>
          <a:p>
            <a:pPr lvl="0" rtl="0"/>
            <a:r>
              <a:rPr lang="fr-FR" noProof="0"/>
              <a:t>Insérer du texte ici</a:t>
            </a:r>
          </a:p>
        </p:txBody>
      </p:sp>
      <p:sp>
        <p:nvSpPr>
          <p:cNvPr id="87" name="Espace réservé de la date 3">
            <a:extLst>
              <a:ext uri="{FF2B5EF4-FFF2-40B4-BE49-F238E27FC236}">
                <a16:creationId xmlns:a16="http://schemas.microsoft.com/office/drawing/2014/main" id="{4E14FBED-7310-4E87-BFA7-050A91D10F1A}"/>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88" name="Espace réservé du pied de page 4">
            <a:extLst>
              <a:ext uri="{FF2B5EF4-FFF2-40B4-BE49-F238E27FC236}">
                <a16:creationId xmlns:a16="http://schemas.microsoft.com/office/drawing/2014/main" id="{9D4E6D47-8B2E-4566-8B9E-294FAA0E60EB}"/>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89" name="Espace réservé du numéro de diapositive 5">
            <a:extLst>
              <a:ext uri="{FF2B5EF4-FFF2-40B4-BE49-F238E27FC236}">
                <a16:creationId xmlns:a16="http://schemas.microsoft.com/office/drawing/2014/main" id="{100CAC88-3775-4C14-ABE2-A6DBB5137F52}"/>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1918171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lonne de contenu 3">
    <p:spTree>
      <p:nvGrpSpPr>
        <p:cNvPr id="1" name=""/>
        <p:cNvGrpSpPr/>
        <p:nvPr/>
      </p:nvGrpSpPr>
      <p:grpSpPr>
        <a:xfrm>
          <a:off x="0" y="0"/>
          <a:ext cx="0" cy="0"/>
          <a:chOff x="0" y="0"/>
          <a:chExt cx="0" cy="0"/>
        </a:xfrm>
      </p:grpSpPr>
      <p:sp useBgFill="1">
        <p:nvSpPr>
          <p:cNvPr id="86" name="Rectangle 85">
            <a:extLst>
              <a:ext uri="{FF2B5EF4-FFF2-40B4-BE49-F238E27FC236}">
                <a16:creationId xmlns:a16="http://schemas.microsoft.com/office/drawing/2014/main" id="{91CF620B-CA95-44EA-ABB7-3C0D72771DB4}"/>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117" name="Rectangle 116">
            <a:extLst>
              <a:ext uri="{FF2B5EF4-FFF2-40B4-BE49-F238E27FC236}">
                <a16:creationId xmlns:a16="http://schemas.microsoft.com/office/drawing/2014/main" id="{25C8A854-6AD5-4EA8-ADB0-B4224410C3A9}"/>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87" name="Groupe 86">
            <a:extLst>
              <a:ext uri="{FF2B5EF4-FFF2-40B4-BE49-F238E27FC236}">
                <a16:creationId xmlns:a16="http://schemas.microsoft.com/office/drawing/2014/main" id="{3A155F89-2CC8-4507-9CAF-52B9C04F1C09}"/>
              </a:ext>
              <a:ext uri="{C183D7F6-B498-43B3-948B-1728B52AA6E4}">
                <adec:decorative xmlns:adec="http://schemas.microsoft.com/office/drawing/2017/decorative" val="1"/>
              </a:ext>
            </a:extLst>
          </p:cNvPr>
          <p:cNvGrpSpPr/>
          <p:nvPr userDrawn="1"/>
        </p:nvGrpSpPr>
        <p:grpSpPr>
          <a:xfrm>
            <a:off x="17514" y="-1"/>
            <a:ext cx="12214827" cy="6858000"/>
            <a:chOff x="-6214" y="-1"/>
            <a:chExt cx="12214827" cy="6858000"/>
          </a:xfrm>
        </p:grpSpPr>
        <p:cxnSp>
          <p:nvCxnSpPr>
            <p:cNvPr id="88" name="Connecteur droit 87">
              <a:extLst>
                <a:ext uri="{FF2B5EF4-FFF2-40B4-BE49-F238E27FC236}">
                  <a16:creationId xmlns:a16="http://schemas.microsoft.com/office/drawing/2014/main" id="{8BD4B67D-F11A-42B5-AD36-64E839983324}"/>
                </a:ext>
              </a:extLst>
            </p:cNvPr>
            <p:cNvCxnSpPr>
              <a:cxnSpLocks/>
            </p:cNvCxnSpPr>
            <p:nvPr/>
          </p:nvCxnSpPr>
          <p:spPr>
            <a:xfrm>
              <a:off x="-6214" y="6686283"/>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Connecteur droit 88">
              <a:extLst>
                <a:ext uri="{FF2B5EF4-FFF2-40B4-BE49-F238E27FC236}">
                  <a16:creationId xmlns:a16="http://schemas.microsoft.com/office/drawing/2014/main" id="{D6D992C2-C73A-4020-AB80-910ABD8B665B}"/>
                </a:ext>
              </a:extLst>
            </p:cNvPr>
            <p:cNvCxnSpPr>
              <a:cxnSpLocks/>
            </p:cNvCxnSpPr>
            <p:nvPr/>
          </p:nvCxnSpPr>
          <p:spPr>
            <a:xfrm>
              <a:off x="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0" name="Connecteur droit 89">
              <a:extLst>
                <a:ext uri="{FF2B5EF4-FFF2-40B4-BE49-F238E27FC236}">
                  <a16:creationId xmlns:a16="http://schemas.microsoft.com/office/drawing/2014/main" id="{CFE2C1AC-3C9C-4E6F-AB7D-796BB42A793B}"/>
                </a:ext>
              </a:extLst>
            </p:cNvPr>
            <p:cNvCxnSpPr>
              <a:cxnSpLocks/>
            </p:cNvCxnSpPr>
            <p:nvPr/>
          </p:nvCxnSpPr>
          <p:spPr>
            <a:xfrm>
              <a:off x="1199325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1" name="Connecteur droit 90">
              <a:extLst>
                <a:ext uri="{FF2B5EF4-FFF2-40B4-BE49-F238E27FC236}">
                  <a16:creationId xmlns:a16="http://schemas.microsoft.com/office/drawing/2014/main" id="{274DEF58-5490-4294-BAB9-82EDB4B685B9}"/>
                </a:ext>
              </a:extLst>
            </p:cNvPr>
            <p:cNvCxnSpPr>
              <a:cxnSpLocks/>
            </p:cNvCxnSpPr>
            <p:nvPr/>
          </p:nvCxnSpPr>
          <p:spPr>
            <a:xfrm>
              <a:off x="19252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36C22FA6-2BFF-4A17-A8A3-6D0DF06B1F11}"/>
                </a:ext>
              </a:extLst>
            </p:cNvPr>
            <p:cNvCxnSpPr>
              <a:cxnSpLocks/>
            </p:cNvCxnSpPr>
            <p:nvPr/>
          </p:nvCxnSpPr>
          <p:spPr>
            <a:xfrm>
              <a:off x="119196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Connecteur droit 92">
              <a:extLst>
                <a:ext uri="{FF2B5EF4-FFF2-40B4-BE49-F238E27FC236}">
                  <a16:creationId xmlns:a16="http://schemas.microsoft.com/office/drawing/2014/main" id="{F6D8CA74-FFC2-4419-A69D-5FA13927B46F}"/>
                </a:ext>
              </a:extLst>
            </p:cNvPr>
            <p:cNvCxnSpPr>
              <a:cxnSpLocks/>
            </p:cNvCxnSpPr>
            <p:nvPr/>
          </p:nvCxnSpPr>
          <p:spPr>
            <a:xfrm>
              <a:off x="219140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Connecteur droit 93">
              <a:extLst>
                <a:ext uri="{FF2B5EF4-FFF2-40B4-BE49-F238E27FC236}">
                  <a16:creationId xmlns:a16="http://schemas.microsoft.com/office/drawing/2014/main" id="{A324DD6D-F6AE-4E1F-898D-939DCF98FC63}"/>
                </a:ext>
              </a:extLst>
            </p:cNvPr>
            <p:cNvCxnSpPr>
              <a:cxnSpLocks/>
            </p:cNvCxnSpPr>
            <p:nvPr/>
          </p:nvCxnSpPr>
          <p:spPr>
            <a:xfrm>
              <a:off x="319084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0E0F22C7-C523-4F27-A682-25E22C10A4B4}"/>
                </a:ext>
              </a:extLst>
            </p:cNvPr>
            <p:cNvCxnSpPr>
              <a:cxnSpLocks/>
            </p:cNvCxnSpPr>
            <p:nvPr/>
          </p:nvCxnSpPr>
          <p:spPr>
            <a:xfrm>
              <a:off x="419028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Connecteur droit 95">
              <a:extLst>
                <a:ext uri="{FF2B5EF4-FFF2-40B4-BE49-F238E27FC236}">
                  <a16:creationId xmlns:a16="http://schemas.microsoft.com/office/drawing/2014/main" id="{D8C830C3-0BFC-4AA7-872B-FF1C785DBB5E}"/>
                </a:ext>
              </a:extLst>
            </p:cNvPr>
            <p:cNvCxnSpPr>
              <a:cxnSpLocks/>
            </p:cNvCxnSpPr>
            <p:nvPr/>
          </p:nvCxnSpPr>
          <p:spPr>
            <a:xfrm>
              <a:off x="518971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Connecteur droit 96">
              <a:extLst>
                <a:ext uri="{FF2B5EF4-FFF2-40B4-BE49-F238E27FC236}">
                  <a16:creationId xmlns:a16="http://schemas.microsoft.com/office/drawing/2014/main" id="{C33F1ADE-8ECD-4FC1-8B6A-DE1C1675B95C}"/>
                </a:ext>
              </a:extLst>
            </p:cNvPr>
            <p:cNvCxnSpPr>
              <a:cxnSpLocks/>
            </p:cNvCxnSpPr>
            <p:nvPr/>
          </p:nvCxnSpPr>
          <p:spPr>
            <a:xfrm>
              <a:off x="618915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Connecteur droit 97">
              <a:extLst>
                <a:ext uri="{FF2B5EF4-FFF2-40B4-BE49-F238E27FC236}">
                  <a16:creationId xmlns:a16="http://schemas.microsoft.com/office/drawing/2014/main" id="{13D25F39-5E7A-43D1-B675-629B3393384A}"/>
                </a:ext>
              </a:extLst>
            </p:cNvPr>
            <p:cNvCxnSpPr>
              <a:cxnSpLocks/>
            </p:cNvCxnSpPr>
            <p:nvPr/>
          </p:nvCxnSpPr>
          <p:spPr>
            <a:xfrm>
              <a:off x="718859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Connecteur droit 98">
              <a:extLst>
                <a:ext uri="{FF2B5EF4-FFF2-40B4-BE49-F238E27FC236}">
                  <a16:creationId xmlns:a16="http://schemas.microsoft.com/office/drawing/2014/main" id="{F9FBA4B2-FB49-4B68-ABBB-19B47CCAF2EC}"/>
                </a:ext>
              </a:extLst>
            </p:cNvPr>
            <p:cNvCxnSpPr>
              <a:cxnSpLocks/>
            </p:cNvCxnSpPr>
            <p:nvPr/>
          </p:nvCxnSpPr>
          <p:spPr>
            <a:xfrm>
              <a:off x="818803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Connecteur droit 99">
              <a:extLst>
                <a:ext uri="{FF2B5EF4-FFF2-40B4-BE49-F238E27FC236}">
                  <a16:creationId xmlns:a16="http://schemas.microsoft.com/office/drawing/2014/main" id="{631B16C3-0946-4E2F-9275-87F95C25C0E6}"/>
                </a:ext>
              </a:extLst>
            </p:cNvPr>
            <p:cNvCxnSpPr>
              <a:cxnSpLocks/>
            </p:cNvCxnSpPr>
            <p:nvPr/>
          </p:nvCxnSpPr>
          <p:spPr>
            <a:xfrm>
              <a:off x="918747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Connecteur droit 100">
              <a:extLst>
                <a:ext uri="{FF2B5EF4-FFF2-40B4-BE49-F238E27FC236}">
                  <a16:creationId xmlns:a16="http://schemas.microsoft.com/office/drawing/2014/main" id="{6160A9E2-9353-4FC1-9099-E56AEFE6C022}"/>
                </a:ext>
              </a:extLst>
            </p:cNvPr>
            <p:cNvCxnSpPr>
              <a:cxnSpLocks/>
            </p:cNvCxnSpPr>
            <p:nvPr/>
          </p:nvCxnSpPr>
          <p:spPr>
            <a:xfrm>
              <a:off x="1018690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Connecteur droit 101">
              <a:extLst>
                <a:ext uri="{FF2B5EF4-FFF2-40B4-BE49-F238E27FC236}">
                  <a16:creationId xmlns:a16="http://schemas.microsoft.com/office/drawing/2014/main" id="{501D6BDE-C806-4832-BFE5-B43692D4EC54}"/>
                </a:ext>
              </a:extLst>
            </p:cNvPr>
            <p:cNvCxnSpPr>
              <a:cxnSpLocks/>
            </p:cNvCxnSpPr>
            <p:nvPr/>
          </p:nvCxnSpPr>
          <p:spPr>
            <a:xfrm>
              <a:off x="1118634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Connecteur droit 102">
              <a:extLst>
                <a:ext uri="{FF2B5EF4-FFF2-40B4-BE49-F238E27FC236}">
                  <a16:creationId xmlns:a16="http://schemas.microsoft.com/office/drawing/2014/main" id="{C13E0E13-B29D-4A6F-BD03-B4B74E5C9F8D}"/>
                </a:ext>
              </a:extLst>
            </p:cNvPr>
            <p:cNvCxnSpPr>
              <a:cxnSpLocks/>
            </p:cNvCxnSpPr>
            <p:nvPr/>
          </p:nvCxnSpPr>
          <p:spPr>
            <a:xfrm>
              <a:off x="1218578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Connecteur droit 103">
              <a:extLst>
                <a:ext uri="{FF2B5EF4-FFF2-40B4-BE49-F238E27FC236}">
                  <a16:creationId xmlns:a16="http://schemas.microsoft.com/office/drawing/2014/main" id="{99062266-EA73-40C1-B2BA-84A5B170C468}"/>
                </a:ext>
              </a:extLst>
            </p:cNvPr>
            <p:cNvCxnSpPr>
              <a:cxnSpLocks/>
            </p:cNvCxnSpPr>
            <p:nvPr/>
          </p:nvCxnSpPr>
          <p:spPr>
            <a:xfrm>
              <a:off x="0" y="1717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Connecteur droit 104">
              <a:extLst>
                <a:ext uri="{FF2B5EF4-FFF2-40B4-BE49-F238E27FC236}">
                  <a16:creationId xmlns:a16="http://schemas.microsoft.com/office/drawing/2014/main" id="{98CA1C91-AC4A-4ECC-ABBE-F95A0D716391}"/>
                </a:ext>
              </a:extLst>
            </p:cNvPr>
            <p:cNvCxnSpPr>
              <a:cxnSpLocks/>
            </p:cNvCxnSpPr>
            <p:nvPr/>
          </p:nvCxnSpPr>
          <p:spPr>
            <a:xfrm>
              <a:off x="0" y="72890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Connecteur droit 105">
              <a:extLst>
                <a:ext uri="{FF2B5EF4-FFF2-40B4-BE49-F238E27FC236}">
                  <a16:creationId xmlns:a16="http://schemas.microsoft.com/office/drawing/2014/main" id="{D9ED7D18-4C21-4EC7-A69E-F217BB037F41}"/>
                </a:ext>
              </a:extLst>
            </p:cNvPr>
            <p:cNvCxnSpPr>
              <a:cxnSpLocks/>
            </p:cNvCxnSpPr>
            <p:nvPr/>
          </p:nvCxnSpPr>
          <p:spPr>
            <a:xfrm>
              <a:off x="0" y="128609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3DE6646E-0507-49D1-BC5A-96FDF97E8D4D}"/>
                </a:ext>
              </a:extLst>
            </p:cNvPr>
            <p:cNvCxnSpPr>
              <a:cxnSpLocks/>
            </p:cNvCxnSpPr>
            <p:nvPr/>
          </p:nvCxnSpPr>
          <p:spPr>
            <a:xfrm>
              <a:off x="0" y="184328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Connecteur droit 107">
              <a:extLst>
                <a:ext uri="{FF2B5EF4-FFF2-40B4-BE49-F238E27FC236}">
                  <a16:creationId xmlns:a16="http://schemas.microsoft.com/office/drawing/2014/main" id="{880A6265-73D5-4AFE-B003-E79690762B85}"/>
                </a:ext>
              </a:extLst>
            </p:cNvPr>
            <p:cNvCxnSpPr>
              <a:cxnSpLocks/>
            </p:cNvCxnSpPr>
            <p:nvPr/>
          </p:nvCxnSpPr>
          <p:spPr>
            <a:xfrm>
              <a:off x="0" y="240047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Connecteur droit 108">
              <a:extLst>
                <a:ext uri="{FF2B5EF4-FFF2-40B4-BE49-F238E27FC236}">
                  <a16:creationId xmlns:a16="http://schemas.microsoft.com/office/drawing/2014/main" id="{C5FF6B8A-5930-4909-A84D-9D86FAAEA49A}"/>
                </a:ext>
              </a:extLst>
            </p:cNvPr>
            <p:cNvCxnSpPr>
              <a:cxnSpLocks/>
            </p:cNvCxnSpPr>
            <p:nvPr/>
          </p:nvCxnSpPr>
          <p:spPr>
            <a:xfrm>
              <a:off x="0" y="295766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Connecteur droit 109">
              <a:extLst>
                <a:ext uri="{FF2B5EF4-FFF2-40B4-BE49-F238E27FC236}">
                  <a16:creationId xmlns:a16="http://schemas.microsoft.com/office/drawing/2014/main" id="{0BE97C02-B5E8-4E85-AB2D-1B144728C667}"/>
                </a:ext>
              </a:extLst>
            </p:cNvPr>
            <p:cNvCxnSpPr>
              <a:cxnSpLocks/>
            </p:cNvCxnSpPr>
            <p:nvPr/>
          </p:nvCxnSpPr>
          <p:spPr>
            <a:xfrm>
              <a:off x="0" y="351485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 name="Connecteur droit 110">
              <a:extLst>
                <a:ext uri="{FF2B5EF4-FFF2-40B4-BE49-F238E27FC236}">
                  <a16:creationId xmlns:a16="http://schemas.microsoft.com/office/drawing/2014/main" id="{9E0D9532-E4F7-4181-B732-B402D7E92939}"/>
                </a:ext>
              </a:extLst>
            </p:cNvPr>
            <p:cNvCxnSpPr>
              <a:cxnSpLocks/>
            </p:cNvCxnSpPr>
            <p:nvPr/>
          </p:nvCxnSpPr>
          <p:spPr>
            <a:xfrm>
              <a:off x="0" y="407204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2" name="Connecteur droit 111">
              <a:extLst>
                <a:ext uri="{FF2B5EF4-FFF2-40B4-BE49-F238E27FC236}">
                  <a16:creationId xmlns:a16="http://schemas.microsoft.com/office/drawing/2014/main" id="{E0FED504-48F9-42AE-8C1D-18ABEA360C46}"/>
                </a:ext>
              </a:extLst>
            </p:cNvPr>
            <p:cNvCxnSpPr>
              <a:cxnSpLocks/>
            </p:cNvCxnSpPr>
            <p:nvPr/>
          </p:nvCxnSpPr>
          <p:spPr>
            <a:xfrm>
              <a:off x="0" y="462923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3" name="Connecteur droit 112">
              <a:extLst>
                <a:ext uri="{FF2B5EF4-FFF2-40B4-BE49-F238E27FC236}">
                  <a16:creationId xmlns:a16="http://schemas.microsoft.com/office/drawing/2014/main" id="{761B5F04-4827-493D-8CDB-8FC1F21F8690}"/>
                </a:ext>
              </a:extLst>
            </p:cNvPr>
            <p:cNvCxnSpPr>
              <a:cxnSpLocks/>
            </p:cNvCxnSpPr>
            <p:nvPr/>
          </p:nvCxnSpPr>
          <p:spPr>
            <a:xfrm>
              <a:off x="0" y="518642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Connecteur droit 113">
              <a:extLst>
                <a:ext uri="{FF2B5EF4-FFF2-40B4-BE49-F238E27FC236}">
                  <a16:creationId xmlns:a16="http://schemas.microsoft.com/office/drawing/2014/main" id="{A4D02F9F-A9FF-4569-B1CF-3D5B0B8A589C}"/>
                </a:ext>
              </a:extLst>
            </p:cNvPr>
            <p:cNvCxnSpPr>
              <a:cxnSpLocks/>
            </p:cNvCxnSpPr>
            <p:nvPr/>
          </p:nvCxnSpPr>
          <p:spPr>
            <a:xfrm>
              <a:off x="0" y="57436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Connecteur droit 114">
              <a:extLst>
                <a:ext uri="{FF2B5EF4-FFF2-40B4-BE49-F238E27FC236}">
                  <a16:creationId xmlns:a16="http://schemas.microsoft.com/office/drawing/2014/main" id="{EE699586-9F40-4AEA-B070-FBBD17753352}"/>
                </a:ext>
              </a:extLst>
            </p:cNvPr>
            <p:cNvCxnSpPr>
              <a:cxnSpLocks/>
            </p:cNvCxnSpPr>
            <p:nvPr/>
          </p:nvCxnSpPr>
          <p:spPr>
            <a:xfrm>
              <a:off x="0" y="6857999"/>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Connecteur droit 115">
              <a:extLst>
                <a:ext uri="{FF2B5EF4-FFF2-40B4-BE49-F238E27FC236}">
                  <a16:creationId xmlns:a16="http://schemas.microsoft.com/office/drawing/2014/main" id="{4D4BD64C-0BF9-4084-8C20-90D20EA6B6D7}"/>
                </a:ext>
              </a:extLst>
            </p:cNvPr>
            <p:cNvCxnSpPr>
              <a:cxnSpLocks/>
            </p:cNvCxnSpPr>
            <p:nvPr/>
          </p:nvCxnSpPr>
          <p:spPr>
            <a:xfrm>
              <a:off x="16613" y="6248400"/>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6" name="Rectangle 45">
            <a:extLst>
              <a:ext uri="{FF2B5EF4-FFF2-40B4-BE49-F238E27FC236}">
                <a16:creationId xmlns:a16="http://schemas.microsoft.com/office/drawing/2014/main" id="{CC3AD463-404C-4576-AC21-F2558295325E}"/>
              </a:ext>
              <a:ext uri="{C183D7F6-B498-43B3-948B-1728B52AA6E4}">
                <adec:decorative xmlns:adec="http://schemas.microsoft.com/office/drawing/2017/decorative" val="1"/>
              </a:ext>
            </a:extLst>
          </p:cNvPr>
          <p:cNvSpPr/>
          <p:nvPr userDrawn="1"/>
        </p:nvSpPr>
        <p:spPr>
          <a:xfrm>
            <a:off x="0" y="-1"/>
            <a:ext cx="12192000" cy="6858001"/>
          </a:xfrm>
          <a:prstGeom prst="rect">
            <a:avLst/>
          </a:prstGeom>
          <a:solidFill>
            <a:schemeClr val="accent1">
              <a:lumMod val="40000"/>
              <a:lumOff val="60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120" name="Triangle rectangle 119">
            <a:extLst>
              <a:ext uri="{FF2B5EF4-FFF2-40B4-BE49-F238E27FC236}">
                <a16:creationId xmlns:a16="http://schemas.microsoft.com/office/drawing/2014/main" id="{2A73DFF6-076E-4BBC-9CDB-E1B24D9B6C48}"/>
              </a:ext>
              <a:ext uri="{C183D7F6-B498-43B3-948B-1728B52AA6E4}">
                <adec:decorative xmlns:adec="http://schemas.microsoft.com/office/drawing/2017/decorative" val="1"/>
              </a:ext>
            </a:extLst>
          </p:cNvPr>
          <p:cNvSpPr/>
          <p:nvPr userDrawn="1"/>
        </p:nvSpPr>
        <p:spPr>
          <a:xfrm rot="18900000">
            <a:off x="5905012" y="-284145"/>
            <a:ext cx="568289" cy="568289"/>
          </a:xfrm>
          <a:prstGeom prst="rtTriangle">
            <a:avLst/>
          </a:prstGeom>
          <a:solidFill>
            <a:schemeClr val="bg1">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2" name="Titre 1">
            <a:extLst>
              <a:ext uri="{FF2B5EF4-FFF2-40B4-BE49-F238E27FC236}">
                <a16:creationId xmlns:a16="http://schemas.microsoft.com/office/drawing/2014/main" id="{C9DE89C6-E571-4739-8BA7-D97BDCD1D16D}"/>
              </a:ext>
            </a:extLst>
          </p:cNvPr>
          <p:cNvSpPr>
            <a:spLocks noGrp="1"/>
          </p:cNvSpPr>
          <p:nvPr>
            <p:ph type="title" hasCustomPrompt="1"/>
          </p:nvPr>
        </p:nvSpPr>
        <p:spPr>
          <a:xfrm>
            <a:off x="1434268" y="441042"/>
            <a:ext cx="9323464" cy="1162258"/>
          </a:xfrm>
          <a:prstGeom prst="rect">
            <a:avLst/>
          </a:prstGeom>
        </p:spPr>
        <p:txBody>
          <a:bodyPr rtlCol="0" anchor="ctr"/>
          <a:lstStyle>
            <a:lvl1pPr algn="ctr">
              <a:defRPr>
                <a:solidFill>
                  <a:schemeClr val="tx2"/>
                </a:solidFill>
              </a:defRPr>
            </a:lvl1pPr>
          </a:lstStyle>
          <a:p>
            <a:pPr rtl="0"/>
            <a:r>
              <a:rPr lang="fr-FR" noProof="0"/>
              <a:t>Cliquez pour ajouter un titre</a:t>
            </a:r>
          </a:p>
        </p:txBody>
      </p:sp>
      <p:sp>
        <p:nvSpPr>
          <p:cNvPr id="121" name="Espace réservé du texte 81">
            <a:extLst>
              <a:ext uri="{FF2B5EF4-FFF2-40B4-BE49-F238E27FC236}">
                <a16:creationId xmlns:a16="http://schemas.microsoft.com/office/drawing/2014/main" id="{24221B82-BDC2-43E4-9DC3-109392FCBFAA}"/>
              </a:ext>
            </a:extLst>
          </p:cNvPr>
          <p:cNvSpPr>
            <a:spLocks noGrp="1"/>
          </p:cNvSpPr>
          <p:nvPr>
            <p:ph type="body" sz="quarter" idx="13" hasCustomPrompt="1"/>
          </p:nvPr>
        </p:nvSpPr>
        <p:spPr>
          <a:xfrm>
            <a:off x="319757" y="1816398"/>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23" name="Espace réservé du texte 84">
            <a:extLst>
              <a:ext uri="{FF2B5EF4-FFF2-40B4-BE49-F238E27FC236}">
                <a16:creationId xmlns:a16="http://schemas.microsoft.com/office/drawing/2014/main" id="{F064B050-C9E2-4CBD-8063-8F72369DEA27}"/>
              </a:ext>
            </a:extLst>
          </p:cNvPr>
          <p:cNvSpPr>
            <a:spLocks noGrp="1"/>
          </p:cNvSpPr>
          <p:nvPr>
            <p:ph type="body" sz="quarter" idx="15" hasCustomPrompt="1"/>
          </p:nvPr>
        </p:nvSpPr>
        <p:spPr>
          <a:xfrm>
            <a:off x="319280" y="2595913"/>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32" name="Espace réservé du texte 81">
            <a:extLst>
              <a:ext uri="{FF2B5EF4-FFF2-40B4-BE49-F238E27FC236}">
                <a16:creationId xmlns:a16="http://schemas.microsoft.com/office/drawing/2014/main" id="{AB4DD233-B719-42EE-AE0F-930CABD5AA94}"/>
              </a:ext>
            </a:extLst>
          </p:cNvPr>
          <p:cNvSpPr>
            <a:spLocks noGrp="1"/>
          </p:cNvSpPr>
          <p:nvPr>
            <p:ph type="body" sz="quarter" idx="16" hasCustomPrompt="1"/>
          </p:nvPr>
        </p:nvSpPr>
        <p:spPr>
          <a:xfrm>
            <a:off x="4251938" y="1822941"/>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33" name="Espace réservé du texte 84">
            <a:extLst>
              <a:ext uri="{FF2B5EF4-FFF2-40B4-BE49-F238E27FC236}">
                <a16:creationId xmlns:a16="http://schemas.microsoft.com/office/drawing/2014/main" id="{E2F4A9D6-F113-40C1-B3C8-A9BDB2877263}"/>
              </a:ext>
            </a:extLst>
          </p:cNvPr>
          <p:cNvSpPr>
            <a:spLocks noGrp="1"/>
          </p:cNvSpPr>
          <p:nvPr>
            <p:ph type="body" sz="quarter" idx="17" hasCustomPrompt="1"/>
          </p:nvPr>
        </p:nvSpPr>
        <p:spPr>
          <a:xfrm>
            <a:off x="4251461" y="2602456"/>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34" name="Espace réservé du texte 81">
            <a:extLst>
              <a:ext uri="{FF2B5EF4-FFF2-40B4-BE49-F238E27FC236}">
                <a16:creationId xmlns:a16="http://schemas.microsoft.com/office/drawing/2014/main" id="{B5E6D4D3-9E8F-4D92-B05A-7E9BBD75948A}"/>
              </a:ext>
            </a:extLst>
          </p:cNvPr>
          <p:cNvSpPr>
            <a:spLocks noGrp="1"/>
          </p:cNvSpPr>
          <p:nvPr>
            <p:ph type="body" sz="quarter" idx="18" hasCustomPrompt="1"/>
          </p:nvPr>
        </p:nvSpPr>
        <p:spPr>
          <a:xfrm>
            <a:off x="8183642" y="1822661"/>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35" name="Espace réservé du texte 84">
            <a:extLst>
              <a:ext uri="{FF2B5EF4-FFF2-40B4-BE49-F238E27FC236}">
                <a16:creationId xmlns:a16="http://schemas.microsoft.com/office/drawing/2014/main" id="{9C80C61E-A8B2-4011-AE18-0294FFF88909}"/>
              </a:ext>
            </a:extLst>
          </p:cNvPr>
          <p:cNvSpPr>
            <a:spLocks noGrp="1"/>
          </p:cNvSpPr>
          <p:nvPr>
            <p:ph type="body" sz="quarter" idx="19" hasCustomPrompt="1"/>
          </p:nvPr>
        </p:nvSpPr>
        <p:spPr>
          <a:xfrm>
            <a:off x="8183165" y="2602176"/>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25" name="Espace réservé de la date 3">
            <a:extLst>
              <a:ext uri="{FF2B5EF4-FFF2-40B4-BE49-F238E27FC236}">
                <a16:creationId xmlns:a16="http://schemas.microsoft.com/office/drawing/2014/main" id="{DEB76336-3978-4E04-820F-CCD4115F0AF5}"/>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126" name="Espace réservé du pied de page 4">
            <a:extLst>
              <a:ext uri="{FF2B5EF4-FFF2-40B4-BE49-F238E27FC236}">
                <a16:creationId xmlns:a16="http://schemas.microsoft.com/office/drawing/2014/main" id="{296D1F50-7662-4B72-8D59-73594E51901D}"/>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127" name="Espace réservé du numéro de diapositive 5">
            <a:extLst>
              <a:ext uri="{FF2B5EF4-FFF2-40B4-BE49-F238E27FC236}">
                <a16:creationId xmlns:a16="http://schemas.microsoft.com/office/drawing/2014/main" id="{DEDEAF7E-D577-4B93-BAE4-358F8963B0DF}"/>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2111649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Résumé">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FB76C12-E75A-4DC1-9960-728FF6247EDA}"/>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8" name="Rectangle 7">
            <a:extLst>
              <a:ext uri="{FF2B5EF4-FFF2-40B4-BE49-F238E27FC236}">
                <a16:creationId xmlns:a16="http://schemas.microsoft.com/office/drawing/2014/main" id="{2E9A038F-EA18-4BE8-9515-18A5468BAD77}"/>
              </a:ext>
              <a:ext uri="{C183D7F6-B498-43B3-948B-1728B52AA6E4}">
                <adec:decorative xmlns:adec="http://schemas.microsoft.com/office/drawing/2017/decorative" val="1"/>
              </a:ext>
            </a:extLst>
          </p:cNvPr>
          <p:cNvSpPr/>
          <p:nvPr userDrawn="1"/>
        </p:nvSpPr>
        <p:spPr>
          <a:xfrm>
            <a:off x="6531"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9" name="Triangle rectangle 8">
            <a:extLst>
              <a:ext uri="{FF2B5EF4-FFF2-40B4-BE49-F238E27FC236}">
                <a16:creationId xmlns:a16="http://schemas.microsoft.com/office/drawing/2014/main" id="{FD9F40A1-CB92-4D33-8C7F-3D64C4CDA875}"/>
              </a:ext>
              <a:ext uri="{C183D7F6-B498-43B3-948B-1728B52AA6E4}">
                <adec:decorative xmlns:adec="http://schemas.microsoft.com/office/drawing/2017/decorative" val="1"/>
              </a:ext>
            </a:extLst>
          </p:cNvPr>
          <p:cNvSpPr/>
          <p:nvPr userDrawn="1"/>
        </p:nvSpPr>
        <p:spPr>
          <a:xfrm rot="18900000">
            <a:off x="408102" y="-284146"/>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40" name="Titre 1">
            <a:extLst>
              <a:ext uri="{FF2B5EF4-FFF2-40B4-BE49-F238E27FC236}">
                <a16:creationId xmlns:a16="http://schemas.microsoft.com/office/drawing/2014/main" id="{F0B8C043-6614-4EDF-B7D6-FFD668CA6D58}"/>
              </a:ext>
            </a:extLst>
          </p:cNvPr>
          <p:cNvSpPr>
            <a:spLocks noGrp="1"/>
          </p:cNvSpPr>
          <p:nvPr>
            <p:ph type="ctrTitle"/>
          </p:nvPr>
        </p:nvSpPr>
        <p:spPr>
          <a:xfrm>
            <a:off x="453142" y="725467"/>
            <a:ext cx="6028339" cy="1933899"/>
          </a:xfrm>
          <a:prstGeom prst="rect">
            <a:avLst/>
          </a:prstGeom>
        </p:spPr>
        <p:txBody>
          <a:bodyPr rtlCol="0">
            <a:normAutofit/>
          </a:bodyPr>
          <a:lstStyle>
            <a:lvl1pPr>
              <a:defRPr sz="5400"/>
            </a:lvl1pPr>
          </a:lstStyle>
          <a:p>
            <a:pPr algn="l" rtl="0"/>
            <a:r>
              <a:rPr lang="fr-FR" sz="5400" noProof="0">
                <a:solidFill>
                  <a:srgbClr val="FFFFFF"/>
                </a:solidFill>
              </a:rPr>
              <a:t>Modifiez le style du titre</a:t>
            </a:r>
          </a:p>
        </p:txBody>
      </p:sp>
      <p:sp>
        <p:nvSpPr>
          <p:cNvPr id="41" name="Sous-titre 2">
            <a:extLst>
              <a:ext uri="{FF2B5EF4-FFF2-40B4-BE49-F238E27FC236}">
                <a16:creationId xmlns:a16="http://schemas.microsoft.com/office/drawing/2014/main" id="{65B41117-5C7C-418F-ACC1-2C995E399F4B}"/>
              </a:ext>
            </a:extLst>
          </p:cNvPr>
          <p:cNvSpPr>
            <a:spLocks noGrp="1"/>
          </p:cNvSpPr>
          <p:nvPr>
            <p:ph type="subTitle" idx="1"/>
          </p:nvPr>
        </p:nvSpPr>
        <p:spPr>
          <a:xfrm>
            <a:off x="453142" y="2887800"/>
            <a:ext cx="6028339" cy="2942987"/>
          </a:xfrm>
          <a:prstGeom prst="rect">
            <a:avLst/>
          </a:prstGeom>
        </p:spPr>
        <p:txBody>
          <a:bodyPr rtlCol="0"/>
          <a:lstStyle>
            <a:lvl1pPr marL="0" indent="0">
              <a:lnSpc>
                <a:spcPct val="120000"/>
              </a:lnSpc>
              <a:buNone/>
              <a:defRPr sz="1800"/>
            </a:lvl1pPr>
          </a:lstStyle>
          <a:p>
            <a:pPr algn="l" rtl="0">
              <a:lnSpc>
                <a:spcPct val="110000"/>
              </a:lnSpc>
            </a:pPr>
            <a:r>
              <a:rPr lang="fr-FR" noProof="0">
                <a:solidFill>
                  <a:srgbClr val="FFFFFF"/>
                </a:solidFill>
              </a:rPr>
              <a:t>Modifiez le style des sous-titres du masque</a:t>
            </a:r>
          </a:p>
        </p:txBody>
      </p:sp>
      <p:sp>
        <p:nvSpPr>
          <p:cNvPr id="48" name="Espace réservé de la date 3">
            <a:extLst>
              <a:ext uri="{FF2B5EF4-FFF2-40B4-BE49-F238E27FC236}">
                <a16:creationId xmlns:a16="http://schemas.microsoft.com/office/drawing/2014/main" id="{E8CEA822-47EC-4255-B51C-916CD39C767B}"/>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53" name="Espace réservé d’image 51">
            <a:extLst>
              <a:ext uri="{FF2B5EF4-FFF2-40B4-BE49-F238E27FC236}">
                <a16:creationId xmlns:a16="http://schemas.microsoft.com/office/drawing/2014/main" id="{79C95DFA-DC4E-4658-87DF-37B40F51F4F1}"/>
              </a:ext>
            </a:extLst>
          </p:cNvPr>
          <p:cNvSpPr>
            <a:spLocks noGrp="1"/>
          </p:cNvSpPr>
          <p:nvPr>
            <p:ph type="pic" sz="quarter" idx="13" hasCustomPrompt="1"/>
          </p:nvPr>
        </p:nvSpPr>
        <p:spPr>
          <a:xfrm>
            <a:off x="7194414" y="0"/>
            <a:ext cx="4997586" cy="2282888"/>
          </a:xfrm>
          <a:prstGeom prst="rect">
            <a:avLst/>
          </a:prstGeom>
        </p:spPr>
        <p:txBody>
          <a:bodyPr rtlCol="0"/>
          <a:lstStyle>
            <a:lvl1pPr marL="0" indent="0" algn="ctr">
              <a:buNone/>
              <a:defRPr sz="2000"/>
            </a:lvl1pPr>
          </a:lstStyle>
          <a:p>
            <a:pPr rtl="0"/>
            <a:r>
              <a:rPr lang="fr-FR" noProof="0"/>
              <a:t>Cliquez pour ajouter une photo</a:t>
            </a:r>
          </a:p>
        </p:txBody>
      </p:sp>
      <p:sp>
        <p:nvSpPr>
          <p:cNvPr id="54" name="Espace réservé d’image 51">
            <a:extLst>
              <a:ext uri="{FF2B5EF4-FFF2-40B4-BE49-F238E27FC236}">
                <a16:creationId xmlns:a16="http://schemas.microsoft.com/office/drawing/2014/main" id="{5EF5B274-E5A0-43C9-8A69-83629B0959B7}"/>
              </a:ext>
            </a:extLst>
          </p:cNvPr>
          <p:cNvSpPr>
            <a:spLocks noGrp="1"/>
          </p:cNvSpPr>
          <p:nvPr>
            <p:ph type="pic" sz="quarter" idx="14" hasCustomPrompt="1"/>
          </p:nvPr>
        </p:nvSpPr>
        <p:spPr>
          <a:xfrm>
            <a:off x="7191774" y="2286000"/>
            <a:ext cx="5000226" cy="2282888"/>
          </a:xfrm>
          <a:prstGeom prst="rect">
            <a:avLst/>
          </a:prstGeom>
        </p:spPr>
        <p:txBody>
          <a:bodyPr rtlCol="0"/>
          <a:lstStyle>
            <a:lvl1pPr marL="0" indent="0" algn="ctr">
              <a:buNone/>
              <a:defRPr sz="2000"/>
            </a:lvl1pPr>
          </a:lstStyle>
          <a:p>
            <a:pPr rtl="0"/>
            <a:r>
              <a:rPr lang="fr-FR" noProof="0"/>
              <a:t>Cliquez pour ajouter une photo</a:t>
            </a:r>
          </a:p>
        </p:txBody>
      </p:sp>
      <p:sp>
        <p:nvSpPr>
          <p:cNvPr id="55" name="Espace réservé d’image 51">
            <a:extLst>
              <a:ext uri="{FF2B5EF4-FFF2-40B4-BE49-F238E27FC236}">
                <a16:creationId xmlns:a16="http://schemas.microsoft.com/office/drawing/2014/main" id="{4F741404-84C5-4B6D-A9DF-04368D8CE754}"/>
              </a:ext>
            </a:extLst>
          </p:cNvPr>
          <p:cNvSpPr>
            <a:spLocks noGrp="1"/>
          </p:cNvSpPr>
          <p:nvPr>
            <p:ph type="pic" sz="quarter" idx="15" hasCustomPrompt="1"/>
          </p:nvPr>
        </p:nvSpPr>
        <p:spPr>
          <a:xfrm>
            <a:off x="7190232" y="4572000"/>
            <a:ext cx="5001768" cy="2286000"/>
          </a:xfrm>
          <a:prstGeom prst="rect">
            <a:avLst/>
          </a:prstGeom>
        </p:spPr>
        <p:txBody>
          <a:bodyPr rtlCol="0"/>
          <a:lstStyle>
            <a:lvl1pPr marL="0" indent="0" algn="ctr">
              <a:buNone/>
              <a:defRPr sz="2000"/>
            </a:lvl1pPr>
          </a:lstStyle>
          <a:p>
            <a:pPr rtl="0"/>
            <a:r>
              <a:rPr lang="fr-FR" noProof="0"/>
              <a:t>Cliquez pour ajouter une photo</a:t>
            </a:r>
          </a:p>
        </p:txBody>
      </p:sp>
      <p:grpSp>
        <p:nvGrpSpPr>
          <p:cNvPr id="10" name="Groupe 9">
            <a:extLst>
              <a:ext uri="{FF2B5EF4-FFF2-40B4-BE49-F238E27FC236}">
                <a16:creationId xmlns:a16="http://schemas.microsoft.com/office/drawing/2014/main" id="{A02F5DF9-7A8B-4537-A6A0-2E18DDAEBE1C}"/>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11" name="Connecteur droit 10">
              <a:extLst>
                <a:ext uri="{FF2B5EF4-FFF2-40B4-BE49-F238E27FC236}">
                  <a16:creationId xmlns:a16="http://schemas.microsoft.com/office/drawing/2014/main" id="{C7B4CDB4-E22F-44F9-88B7-1F387514E496}"/>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C5E9F74E-6897-4904-82FB-61A6D96C967D}"/>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A81A9C5-9E3B-4C65-AB4D-F2303D1D4486}"/>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DCCEAD54-0ADC-4090-99E7-D1691F787A5A}"/>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F96BE792-DC81-4EA8-ABFD-F41E49E988AC}"/>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968594AF-C50A-416B-9238-1BFEA44A71A0}"/>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ABB7432C-3B26-434E-96F1-3CA88C2C1428}"/>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ECF2307A-A723-481D-A679-099426CBF66B}"/>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C713702D-25EA-454E-80F1-45BB74D4CC94}"/>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7450B88E-997E-4F65-82F8-9D47ECBC796B}"/>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875EAEE1-D5B7-4F67-A50A-D616B864B825}"/>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0E1ABFCA-E35A-4D14-8F29-A5ADABFB908B}"/>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CC809049-7B8F-4F96-BA1C-46C0BAA4A475}"/>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90330093-E758-4906-A2FC-F18D60D8AF3E}"/>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2CEC1A30-03E9-4C4D-8340-9B9E6E8CEA0D}"/>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E4CE662E-0BD8-48D5-AFAE-CDCF90AD56AA}"/>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CA2192D8-661B-4B8B-A3CD-FA227DD796D7}"/>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FD76DFA6-E8E2-4E7C-88C0-2305E398AC46}"/>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89E1A15B-0E79-4E7D-AEB2-4CC45B533F20}"/>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23B1CB8C-2288-41EE-8AAB-B66AFF7085E5}"/>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D5AA269E-0C97-43AC-B914-ACE0CEBFDE12}"/>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D4D09D19-B613-4AF2-ABF3-0FFEC7F7EBFF}"/>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D3C0ED42-E6BC-4162-9554-D604DD6D6B04}"/>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3C20673F-4A5C-4719-9B9C-171763FDA82E}"/>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F253314C-8CCD-4CF3-9C37-B580A4AED2CD}"/>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Connecteur droit 35">
              <a:extLst>
                <a:ext uri="{FF2B5EF4-FFF2-40B4-BE49-F238E27FC236}">
                  <a16:creationId xmlns:a16="http://schemas.microsoft.com/office/drawing/2014/main" id="{3D7A90F7-C2FA-4AA1-B434-510EAA4E1294}"/>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Connecteur droit 36">
              <a:extLst>
                <a:ext uri="{FF2B5EF4-FFF2-40B4-BE49-F238E27FC236}">
                  <a16:creationId xmlns:a16="http://schemas.microsoft.com/office/drawing/2014/main" id="{24B0EC38-EAFB-43C1-87E3-FE67E72292D7}"/>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Connecteur droit 37">
              <a:extLst>
                <a:ext uri="{FF2B5EF4-FFF2-40B4-BE49-F238E27FC236}">
                  <a16:creationId xmlns:a16="http://schemas.microsoft.com/office/drawing/2014/main" id="{40854AE5-9E53-4202-A081-4736689EBC11}"/>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Connecteur droit 38">
              <a:extLst>
                <a:ext uri="{FF2B5EF4-FFF2-40B4-BE49-F238E27FC236}">
                  <a16:creationId xmlns:a16="http://schemas.microsoft.com/office/drawing/2014/main" id="{9B5673B7-A170-46D3-B5E1-D79F3374A71A}"/>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9" name="Espace réservé du pied de page 4">
            <a:extLst>
              <a:ext uri="{FF2B5EF4-FFF2-40B4-BE49-F238E27FC236}">
                <a16:creationId xmlns:a16="http://schemas.microsoft.com/office/drawing/2014/main" id="{9C730C22-6E95-40BE-A708-FA2A25DD2FD3}"/>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50" name="Espace réservé du numéro de diapositive 5">
            <a:extLst>
              <a:ext uri="{FF2B5EF4-FFF2-40B4-BE49-F238E27FC236}">
                <a16:creationId xmlns:a16="http://schemas.microsoft.com/office/drawing/2014/main" id="{BFC463F0-AD39-4A7E-A5BF-1D7436900B7F}"/>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effectLst>
                  <a:outerShdw blurRad="50800" dist="38100" dir="2700000" algn="tl" rotWithShape="0">
                    <a:prstClr val="black">
                      <a:alpha val="40000"/>
                    </a:prstClr>
                  </a:outerShdw>
                </a:effectLst>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33935119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ermeture">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4987528D-293D-419F-B6B1-A104443B2F85}"/>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52" name="Rectangle 51">
            <a:extLst>
              <a:ext uri="{FF2B5EF4-FFF2-40B4-BE49-F238E27FC236}">
                <a16:creationId xmlns:a16="http://schemas.microsoft.com/office/drawing/2014/main" id="{AA467263-FC60-4269-BE10-A00F3AE96AB9}"/>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53" name="Triangle rectangle 52">
            <a:extLst>
              <a:ext uri="{FF2B5EF4-FFF2-40B4-BE49-F238E27FC236}">
                <a16:creationId xmlns:a16="http://schemas.microsoft.com/office/drawing/2014/main" id="{0A2143FD-5B7E-4844-9056-07C72D17C935}"/>
              </a:ext>
              <a:ext uri="{C183D7F6-B498-43B3-948B-1728B52AA6E4}">
                <adec:decorative xmlns:adec="http://schemas.microsoft.com/office/drawing/2017/decorative" val="1"/>
              </a:ext>
            </a:extLst>
          </p:cNvPr>
          <p:cNvSpPr/>
          <p:nvPr userDrawn="1"/>
        </p:nvSpPr>
        <p:spPr>
          <a:xfrm rot="13500000">
            <a:off x="-265271" y="2673521"/>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54" name="Organigramme : Document 53">
            <a:extLst>
              <a:ext uri="{FF2B5EF4-FFF2-40B4-BE49-F238E27FC236}">
                <a16:creationId xmlns:a16="http://schemas.microsoft.com/office/drawing/2014/main" id="{FD193356-2BA7-4BBE-A881-735188BBDB3F}"/>
              </a:ext>
              <a:ext uri="{C183D7F6-B498-43B3-948B-1728B52AA6E4}">
                <adec:decorative xmlns:adec="http://schemas.microsoft.com/office/drawing/2017/decorative" val="1"/>
              </a:ext>
            </a:extLst>
          </p:cNvPr>
          <p:cNvSpPr/>
          <p:nvPr userDrawn="1"/>
        </p:nvSpPr>
        <p:spPr>
          <a:xfrm rot="5400000">
            <a:off x="7455724" y="2105114"/>
            <a:ext cx="6858000" cy="2647778"/>
          </a:xfrm>
          <a:prstGeom prst="flowChartDocument">
            <a:avLst/>
          </a:prstGeom>
          <a:solidFill>
            <a:schemeClr val="accent6">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55" name="Groupe 54">
            <a:extLst>
              <a:ext uri="{FF2B5EF4-FFF2-40B4-BE49-F238E27FC236}">
                <a16:creationId xmlns:a16="http://schemas.microsoft.com/office/drawing/2014/main" id="{BABB6A4E-AAF5-46BC-AF70-EFB826898F06}"/>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56" name="Connecteur droit 55">
              <a:extLst>
                <a:ext uri="{FF2B5EF4-FFF2-40B4-BE49-F238E27FC236}">
                  <a16:creationId xmlns:a16="http://schemas.microsoft.com/office/drawing/2014/main" id="{5098CE0A-07AF-475D-847B-BC2C09B11257}"/>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7" name="Connecteur droit 56">
              <a:extLst>
                <a:ext uri="{FF2B5EF4-FFF2-40B4-BE49-F238E27FC236}">
                  <a16:creationId xmlns:a16="http://schemas.microsoft.com/office/drawing/2014/main" id="{0FAF8888-5C58-4210-9B6C-8453116F89D7}"/>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E55DA967-527D-4EF5-BC5B-C9A4D0AE670B}"/>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9" name="Connecteur droit 58">
              <a:extLst>
                <a:ext uri="{FF2B5EF4-FFF2-40B4-BE49-F238E27FC236}">
                  <a16:creationId xmlns:a16="http://schemas.microsoft.com/office/drawing/2014/main" id="{AD4B90F1-FA63-44F8-AFBD-EAA664F2668D}"/>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0" name="Connecteur droit 59">
              <a:extLst>
                <a:ext uri="{FF2B5EF4-FFF2-40B4-BE49-F238E27FC236}">
                  <a16:creationId xmlns:a16="http://schemas.microsoft.com/office/drawing/2014/main" id="{779BC52E-5A86-4380-BDBD-4A8C8F79F3DA}"/>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Connecteur droit 60">
              <a:extLst>
                <a:ext uri="{FF2B5EF4-FFF2-40B4-BE49-F238E27FC236}">
                  <a16:creationId xmlns:a16="http://schemas.microsoft.com/office/drawing/2014/main" id="{7518DD47-B72F-4572-8652-594CB38C7C77}"/>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Connecteur droit 61">
              <a:extLst>
                <a:ext uri="{FF2B5EF4-FFF2-40B4-BE49-F238E27FC236}">
                  <a16:creationId xmlns:a16="http://schemas.microsoft.com/office/drawing/2014/main" id="{6BB75A49-D451-4D82-A22C-FF0946E6DED9}"/>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3" name="Connecteur droit 62">
              <a:extLst>
                <a:ext uri="{FF2B5EF4-FFF2-40B4-BE49-F238E27FC236}">
                  <a16:creationId xmlns:a16="http://schemas.microsoft.com/office/drawing/2014/main" id="{0BCB1FB9-CC9B-48F2-90C3-821F3F616C17}"/>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4" name="Connecteur droit 63">
              <a:extLst>
                <a:ext uri="{FF2B5EF4-FFF2-40B4-BE49-F238E27FC236}">
                  <a16:creationId xmlns:a16="http://schemas.microsoft.com/office/drawing/2014/main" id="{A6D00A7D-DC23-4315-9EC0-B669EB491DB1}"/>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5" name="Connecteur droit 64">
              <a:extLst>
                <a:ext uri="{FF2B5EF4-FFF2-40B4-BE49-F238E27FC236}">
                  <a16:creationId xmlns:a16="http://schemas.microsoft.com/office/drawing/2014/main" id="{3E76C2DE-1D31-4289-AE7D-6C34B9BEE7E0}"/>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6" name="Connecteur droit 65">
              <a:extLst>
                <a:ext uri="{FF2B5EF4-FFF2-40B4-BE49-F238E27FC236}">
                  <a16:creationId xmlns:a16="http://schemas.microsoft.com/office/drawing/2014/main" id="{B62E9492-F409-482D-B645-10FF6AC41AF9}"/>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7" name="Connecteur droit 66">
              <a:extLst>
                <a:ext uri="{FF2B5EF4-FFF2-40B4-BE49-F238E27FC236}">
                  <a16:creationId xmlns:a16="http://schemas.microsoft.com/office/drawing/2014/main" id="{62DC565F-0CA2-4501-8213-735FFE3DF6B3}"/>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Connecteur droit 67">
              <a:extLst>
                <a:ext uri="{FF2B5EF4-FFF2-40B4-BE49-F238E27FC236}">
                  <a16:creationId xmlns:a16="http://schemas.microsoft.com/office/drawing/2014/main" id="{7E5A3D38-7FDD-4709-88C6-590F3E5AEA78}"/>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9" name="Connecteur droit 68">
              <a:extLst>
                <a:ext uri="{FF2B5EF4-FFF2-40B4-BE49-F238E27FC236}">
                  <a16:creationId xmlns:a16="http://schemas.microsoft.com/office/drawing/2014/main" id="{3F34FB10-A2A2-42BE-89D3-59CDCDF82CEB}"/>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0" name="Connecteur droit 69">
              <a:extLst>
                <a:ext uri="{FF2B5EF4-FFF2-40B4-BE49-F238E27FC236}">
                  <a16:creationId xmlns:a16="http://schemas.microsoft.com/office/drawing/2014/main" id="{A0EB0B65-231B-4586-AB6F-5AB3DE9FAADA}"/>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1" name="Connecteur droit 70">
              <a:extLst>
                <a:ext uri="{FF2B5EF4-FFF2-40B4-BE49-F238E27FC236}">
                  <a16:creationId xmlns:a16="http://schemas.microsoft.com/office/drawing/2014/main" id="{519DB94B-4BD3-4672-BD6B-3994D5B9CE77}"/>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2" name="Connecteur droit 71">
              <a:extLst>
                <a:ext uri="{FF2B5EF4-FFF2-40B4-BE49-F238E27FC236}">
                  <a16:creationId xmlns:a16="http://schemas.microsoft.com/office/drawing/2014/main" id="{6806E7D0-A3FD-43BC-B099-D9AD77116FD8}"/>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3" name="Connecteur droit 72">
              <a:extLst>
                <a:ext uri="{FF2B5EF4-FFF2-40B4-BE49-F238E27FC236}">
                  <a16:creationId xmlns:a16="http://schemas.microsoft.com/office/drawing/2014/main" id="{F9D3F4C0-B895-47F1-B38A-1D86C2396A92}"/>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4" name="Connecteur droit 73">
              <a:extLst>
                <a:ext uri="{FF2B5EF4-FFF2-40B4-BE49-F238E27FC236}">
                  <a16:creationId xmlns:a16="http://schemas.microsoft.com/office/drawing/2014/main" id="{52FA5DF4-DE8F-4EF8-BC50-0BDA1ED6BA11}"/>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5" name="Connecteur droit 74">
              <a:extLst>
                <a:ext uri="{FF2B5EF4-FFF2-40B4-BE49-F238E27FC236}">
                  <a16:creationId xmlns:a16="http://schemas.microsoft.com/office/drawing/2014/main" id="{741CF04F-8C94-4781-839F-DCABB2D7BC97}"/>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6" name="Connecteur droit 75">
              <a:extLst>
                <a:ext uri="{FF2B5EF4-FFF2-40B4-BE49-F238E27FC236}">
                  <a16:creationId xmlns:a16="http://schemas.microsoft.com/office/drawing/2014/main" id="{508DF419-049D-4C31-BE0A-E5F9FADA5100}"/>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7" name="Connecteur droit 76">
              <a:extLst>
                <a:ext uri="{FF2B5EF4-FFF2-40B4-BE49-F238E27FC236}">
                  <a16:creationId xmlns:a16="http://schemas.microsoft.com/office/drawing/2014/main" id="{9619C9CF-0817-4920-8D58-4983252BD91C}"/>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8" name="Connecteur droit 77">
              <a:extLst>
                <a:ext uri="{FF2B5EF4-FFF2-40B4-BE49-F238E27FC236}">
                  <a16:creationId xmlns:a16="http://schemas.microsoft.com/office/drawing/2014/main" id="{7A5B031B-FA3D-4738-BB48-5143A29B8002}"/>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9" name="Connecteur droit 78">
              <a:extLst>
                <a:ext uri="{FF2B5EF4-FFF2-40B4-BE49-F238E27FC236}">
                  <a16:creationId xmlns:a16="http://schemas.microsoft.com/office/drawing/2014/main" id="{94D8098E-5CEA-4903-A146-23D553F698E1}"/>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0" name="Connecteur droit 79">
              <a:extLst>
                <a:ext uri="{FF2B5EF4-FFF2-40B4-BE49-F238E27FC236}">
                  <a16:creationId xmlns:a16="http://schemas.microsoft.com/office/drawing/2014/main" id="{DA900A38-58AC-40D4-896C-5B66E9712355}"/>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Connecteur droit 80">
              <a:extLst>
                <a:ext uri="{FF2B5EF4-FFF2-40B4-BE49-F238E27FC236}">
                  <a16:creationId xmlns:a16="http://schemas.microsoft.com/office/drawing/2014/main" id="{53E623E7-180E-4DB5-91B3-48CE8414D8BA}"/>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2" name="Connecteur droit 81">
              <a:extLst>
                <a:ext uri="{FF2B5EF4-FFF2-40B4-BE49-F238E27FC236}">
                  <a16:creationId xmlns:a16="http://schemas.microsoft.com/office/drawing/2014/main" id="{6C3F2957-4A6D-4C53-A2BC-0ED300AE530D}"/>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 name="Connecteur droit 82">
              <a:extLst>
                <a:ext uri="{FF2B5EF4-FFF2-40B4-BE49-F238E27FC236}">
                  <a16:creationId xmlns:a16="http://schemas.microsoft.com/office/drawing/2014/main" id="{29A34577-91E4-43A1-965D-0E340D1398EA}"/>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4" name="Connecteur droit 83">
              <a:extLst>
                <a:ext uri="{FF2B5EF4-FFF2-40B4-BE49-F238E27FC236}">
                  <a16:creationId xmlns:a16="http://schemas.microsoft.com/office/drawing/2014/main" id="{2C7E108E-58D2-4FB5-AFA0-27A86DA9630B}"/>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Titre 1">
            <a:extLst>
              <a:ext uri="{FF2B5EF4-FFF2-40B4-BE49-F238E27FC236}">
                <a16:creationId xmlns:a16="http://schemas.microsoft.com/office/drawing/2014/main" id="{38B22350-AB76-4020-9872-4E63DFBF96A3}"/>
              </a:ext>
            </a:extLst>
          </p:cNvPr>
          <p:cNvSpPr>
            <a:spLocks noGrp="1"/>
          </p:cNvSpPr>
          <p:nvPr>
            <p:ph type="title" hasCustomPrompt="1"/>
          </p:nvPr>
        </p:nvSpPr>
        <p:spPr>
          <a:xfrm>
            <a:off x="444604" y="689389"/>
            <a:ext cx="5465225" cy="2637455"/>
          </a:xfrm>
          <a:prstGeom prst="rect">
            <a:avLst/>
          </a:prstGeom>
        </p:spPr>
        <p:txBody>
          <a:bodyPr rtlCol="0" anchor="b"/>
          <a:lstStyle>
            <a:lvl1pPr>
              <a:defRPr>
                <a:solidFill>
                  <a:schemeClr val="tx2"/>
                </a:solidFill>
              </a:defRPr>
            </a:lvl1pPr>
          </a:lstStyle>
          <a:p>
            <a:pPr rtl="0"/>
            <a:r>
              <a:rPr lang="fr-FR" noProof="0"/>
              <a:t>Cliquez pour ajouter un titre</a:t>
            </a:r>
          </a:p>
        </p:txBody>
      </p:sp>
      <p:sp>
        <p:nvSpPr>
          <p:cNvPr id="86" name="Sous-titre 2">
            <a:extLst>
              <a:ext uri="{FF2B5EF4-FFF2-40B4-BE49-F238E27FC236}">
                <a16:creationId xmlns:a16="http://schemas.microsoft.com/office/drawing/2014/main" id="{89A872D6-4D76-4CD1-9873-C29D72DFD68D}"/>
              </a:ext>
            </a:extLst>
          </p:cNvPr>
          <p:cNvSpPr>
            <a:spLocks noGrp="1"/>
          </p:cNvSpPr>
          <p:nvPr>
            <p:ph type="subTitle" idx="1"/>
          </p:nvPr>
        </p:nvSpPr>
        <p:spPr>
          <a:xfrm>
            <a:off x="453142" y="3602038"/>
            <a:ext cx="5414255" cy="1560594"/>
          </a:xfrm>
          <a:prstGeom prst="rect">
            <a:avLst/>
          </a:prstGeom>
        </p:spPr>
        <p:txBody>
          <a:bodyPr rtlCol="0"/>
          <a:lstStyle>
            <a:lvl1pPr marL="0" indent="0">
              <a:lnSpc>
                <a:spcPct val="100000"/>
              </a:lnSpc>
              <a:buNone/>
              <a:defRPr sz="1800">
                <a:solidFill>
                  <a:schemeClr val="tx2"/>
                </a:solidFill>
              </a:defRPr>
            </a:lvl1pPr>
          </a:lstStyle>
          <a:p>
            <a:pPr algn="l" rtl="0">
              <a:lnSpc>
                <a:spcPct val="110000"/>
              </a:lnSpc>
            </a:pPr>
            <a:r>
              <a:rPr lang="fr-FR" noProof="0">
                <a:solidFill>
                  <a:schemeClr val="tx2">
                    <a:alpha val="80000"/>
                  </a:schemeClr>
                </a:solidFill>
              </a:rPr>
              <a:t>Modifiez le style des sous-titres du masque</a:t>
            </a:r>
          </a:p>
        </p:txBody>
      </p:sp>
      <p:sp>
        <p:nvSpPr>
          <p:cNvPr id="91" name="Espace réservé de la date 3">
            <a:extLst>
              <a:ext uri="{FF2B5EF4-FFF2-40B4-BE49-F238E27FC236}">
                <a16:creationId xmlns:a16="http://schemas.microsoft.com/office/drawing/2014/main" id="{4986AE78-551F-477B-AF47-E26167A61C65}"/>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7" name="Espace réservé d’image 4">
            <a:extLst>
              <a:ext uri="{FF2B5EF4-FFF2-40B4-BE49-F238E27FC236}">
                <a16:creationId xmlns:a16="http://schemas.microsoft.com/office/drawing/2014/main" id="{5C9DFB21-140A-4BCA-8D67-8581312FE9D8}"/>
              </a:ext>
            </a:extLst>
          </p:cNvPr>
          <p:cNvSpPr>
            <a:spLocks noGrp="1"/>
          </p:cNvSpPr>
          <p:nvPr>
            <p:ph type="pic" sz="quarter" idx="15" hasCustomPrompt="1"/>
          </p:nvPr>
        </p:nvSpPr>
        <p:spPr>
          <a:xfrm>
            <a:off x="5996630" y="443884"/>
            <a:ext cx="5909831" cy="5879389"/>
          </a:xfrm>
          <a:prstGeom prst="ellipse">
            <a:avLst/>
          </a:prstGeom>
        </p:spPr>
        <p:txBody>
          <a:bodyPr rtlCol="0" anchor="ctr"/>
          <a:lstStyle>
            <a:lvl1pPr marL="0" indent="0" algn="ctr">
              <a:buNone/>
              <a:defRPr sz="2000">
                <a:solidFill>
                  <a:schemeClr val="tx1"/>
                </a:solidFill>
              </a:defRPr>
            </a:lvl1pPr>
          </a:lstStyle>
          <a:p>
            <a:pPr rtl="0"/>
            <a:r>
              <a:rPr lang="fr-FR" noProof="0"/>
              <a:t>Cliquez pour ajouter une photo</a:t>
            </a:r>
          </a:p>
        </p:txBody>
      </p:sp>
      <p:sp>
        <p:nvSpPr>
          <p:cNvPr id="92" name="Espace réservé du pied de page 4">
            <a:extLst>
              <a:ext uri="{FF2B5EF4-FFF2-40B4-BE49-F238E27FC236}">
                <a16:creationId xmlns:a16="http://schemas.microsoft.com/office/drawing/2014/main" id="{19C3F2E1-5471-4835-8A24-5F00674FDEFA}"/>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93" name="Espace réservé du numéro de diapositive 5">
            <a:extLst>
              <a:ext uri="{FF2B5EF4-FFF2-40B4-BE49-F238E27FC236}">
                <a16:creationId xmlns:a16="http://schemas.microsoft.com/office/drawing/2014/main" id="{24B165E2-B012-4272-BBB2-66D70B29AEDC}"/>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61006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7530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804" r:id="rId12"/>
    <p:sldLayoutId id="2147483805" r:id="rId13"/>
  </p:sldLayoutIdLst>
  <p:hf hdr="0"/>
  <p:txStyles>
    <p:titleStyle>
      <a:lvl1pPr algn="l" defTabSz="914400" rtl="0" eaLnBrk="1" latinLnBrk="0" hangingPunct="1">
        <a:lnSpc>
          <a:spcPct val="90000"/>
        </a:lnSpc>
        <a:spcBef>
          <a:spcPct val="0"/>
        </a:spcBef>
        <a:buNone/>
        <a:defRPr sz="4400" kern="1200">
          <a:solidFill>
            <a:srgbClr val="FFFFFF"/>
          </a:solidFill>
          <a:latin typeface="+mj-lt"/>
          <a:ea typeface="+mj-ea"/>
          <a:cs typeface="+mj-cs"/>
        </a:defRPr>
      </a:lvl1pPr>
    </p:titleStyle>
    <p:body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7.jpeg"/><Relationship Id="rId4" Type="http://schemas.openxmlformats.org/officeDocument/2006/relationships/image" Target="../media/image6.jpe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itre 21">
            <a:extLst>
              <a:ext uri="{FF2B5EF4-FFF2-40B4-BE49-F238E27FC236}">
                <a16:creationId xmlns:a16="http://schemas.microsoft.com/office/drawing/2014/main" id="{E237725B-2565-4774-93C0-E26EF713BE6C}"/>
              </a:ext>
            </a:extLst>
          </p:cNvPr>
          <p:cNvSpPr>
            <a:spLocks noGrp="1"/>
          </p:cNvSpPr>
          <p:nvPr>
            <p:ph type="title"/>
          </p:nvPr>
        </p:nvSpPr>
        <p:spPr>
          <a:xfrm>
            <a:off x="0" y="3756155"/>
            <a:ext cx="12191998" cy="3200134"/>
          </a:xfrm>
          <a:solidFill>
            <a:schemeClr val="tx2">
              <a:lumMod val="50000"/>
              <a:lumOff val="50000"/>
            </a:schemeClr>
          </a:solidFill>
        </p:spPr>
        <p:txBody>
          <a:bodyPr rtlCol="0"/>
          <a:lstStyle/>
          <a:p>
            <a:pPr rtl="0"/>
            <a:r>
              <a:rPr lang="fr-FR" sz="4800" dirty="0"/>
              <a:t>Stage M2 en Entreprise</a:t>
            </a:r>
            <a:br>
              <a:rPr lang="fr-FR" sz="4800" dirty="0"/>
            </a:br>
            <a:endParaRPr lang="fr-FR" sz="4800" dirty="0"/>
          </a:p>
        </p:txBody>
      </p:sp>
      <p:pic>
        <p:nvPicPr>
          <p:cNvPr id="6" name="Espace réservé d’image 5">
            <a:extLst>
              <a:ext uri="{FF2B5EF4-FFF2-40B4-BE49-F238E27FC236}">
                <a16:creationId xmlns:a16="http://schemas.microsoft.com/office/drawing/2014/main" id="{245D2E4A-CD89-4167-BA54-B68EF9CCBC5E}"/>
              </a:ext>
            </a:extLst>
          </p:cNvPr>
          <p:cNvPicPr>
            <a:picLocks noGrp="1" noChangeAspect="1"/>
          </p:cNvPicPr>
          <p:nvPr>
            <p:ph type="pic" sz="quarter" idx="13"/>
          </p:nvPr>
        </p:nvPicPr>
        <p:blipFill rotWithShape="1">
          <a:blip r:embed="rId3"/>
          <a:srcRect t="24461" b="24461"/>
          <a:stretch/>
        </p:blipFill>
        <p:spPr/>
      </p:pic>
      <p:sp>
        <p:nvSpPr>
          <p:cNvPr id="3" name="Espace réservé du texte 2">
            <a:extLst>
              <a:ext uri="{FF2B5EF4-FFF2-40B4-BE49-F238E27FC236}">
                <a16:creationId xmlns:a16="http://schemas.microsoft.com/office/drawing/2014/main" id="{A75B6628-6044-400F-993F-3869F8D21A61}"/>
              </a:ext>
            </a:extLst>
          </p:cNvPr>
          <p:cNvSpPr>
            <a:spLocks noGrp="1"/>
          </p:cNvSpPr>
          <p:nvPr>
            <p:ph type="body" sz="quarter" idx="15"/>
          </p:nvPr>
        </p:nvSpPr>
        <p:spPr>
          <a:xfrm>
            <a:off x="835742" y="4610584"/>
            <a:ext cx="6646606" cy="2154010"/>
          </a:xfrm>
        </p:spPr>
        <p:txBody>
          <a:bodyPr rtlCol="0"/>
          <a:lstStyle/>
          <a:p>
            <a:pPr rtl="0"/>
            <a:r>
              <a:rPr lang="fr-FR" dirty="0"/>
              <a:t>Soitel Rémi</a:t>
            </a:r>
          </a:p>
        </p:txBody>
      </p:sp>
      <p:sp>
        <p:nvSpPr>
          <p:cNvPr id="9" name="Ellipse 8">
            <a:extLst>
              <a:ext uri="{FF2B5EF4-FFF2-40B4-BE49-F238E27FC236}">
                <a16:creationId xmlns:a16="http://schemas.microsoft.com/office/drawing/2014/main" id="{BD57835E-4221-FB90-6D4E-E159B35DD9FC}"/>
              </a:ext>
            </a:extLst>
          </p:cNvPr>
          <p:cNvSpPr/>
          <p:nvPr/>
        </p:nvSpPr>
        <p:spPr>
          <a:xfrm>
            <a:off x="9876497" y="3755606"/>
            <a:ext cx="580104" cy="456248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 name="Image 1">
            <a:extLst>
              <a:ext uri="{FF2B5EF4-FFF2-40B4-BE49-F238E27FC236}">
                <a16:creationId xmlns:a16="http://schemas.microsoft.com/office/drawing/2014/main" id="{5F7D3D65-A0AC-A3DC-3B90-24D923C218F8}"/>
              </a:ext>
            </a:extLst>
          </p:cNvPr>
          <p:cNvPicPr>
            <a:picLocks noChangeAspect="1"/>
          </p:cNvPicPr>
          <p:nvPr/>
        </p:nvPicPr>
        <p:blipFill>
          <a:blip r:embed="rId4"/>
          <a:srcRect/>
          <a:stretch/>
        </p:blipFill>
        <p:spPr bwMode="auto">
          <a:xfrm>
            <a:off x="9988391" y="5553924"/>
            <a:ext cx="2262211" cy="1402365"/>
          </a:xfrm>
          <a:prstGeom prst="rect">
            <a:avLst/>
          </a:prstGeom>
          <a:solidFill>
            <a:srgbClr val="FFFFFF"/>
          </a:solidFill>
          <a:ln>
            <a:noFill/>
          </a:ln>
        </p:spPr>
      </p:pic>
      <p:sp>
        <p:nvSpPr>
          <p:cNvPr id="7" name="Rectangle 6">
            <a:extLst>
              <a:ext uri="{FF2B5EF4-FFF2-40B4-BE49-F238E27FC236}">
                <a16:creationId xmlns:a16="http://schemas.microsoft.com/office/drawing/2014/main" id="{E61A03E9-6421-69D6-8C42-31334E0B077C}"/>
              </a:ext>
            </a:extLst>
          </p:cNvPr>
          <p:cNvSpPr/>
          <p:nvPr/>
        </p:nvSpPr>
        <p:spPr>
          <a:xfrm>
            <a:off x="10166552" y="3832860"/>
            <a:ext cx="2025448" cy="9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BEEB6FD2-445C-B73E-707D-00C8FF77CA51}"/>
              </a:ext>
            </a:extLst>
          </p:cNvPr>
          <p:cNvSpPr/>
          <p:nvPr/>
        </p:nvSpPr>
        <p:spPr>
          <a:xfrm>
            <a:off x="10166550" y="3755606"/>
            <a:ext cx="1189708" cy="9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5" name="Image 4" descr="Chauffage Der Energies | Bettancourt-la-Ferrée">
            <a:extLst>
              <a:ext uri="{FF2B5EF4-FFF2-40B4-BE49-F238E27FC236}">
                <a16:creationId xmlns:a16="http://schemas.microsoft.com/office/drawing/2014/main" id="{A09E1447-848B-2D93-D79E-A68C10060442}"/>
              </a:ext>
            </a:extLst>
          </p:cNvPr>
          <p:cNvPicPr>
            <a:picLocks noChangeAspect="1"/>
          </p:cNvPicPr>
          <p:nvPr/>
        </p:nvPicPr>
        <p:blipFill>
          <a:blip r:embed="rId5"/>
          <a:stretch>
            <a:fillRect/>
          </a:stretch>
        </p:blipFill>
        <p:spPr>
          <a:xfrm>
            <a:off x="10166552" y="3981225"/>
            <a:ext cx="2025446" cy="1572699"/>
          </a:xfrm>
          <a:prstGeom prst="rect">
            <a:avLst/>
          </a:prstGeom>
        </p:spPr>
      </p:pic>
    </p:spTree>
    <p:extLst>
      <p:ext uri="{BB962C8B-B14F-4D97-AF65-F5344CB8AC3E}">
        <p14:creationId xmlns:p14="http://schemas.microsoft.com/office/powerpoint/2010/main" val="37778674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6E373538-F429-4D6C-BCA4-1AF41CA65DC5}"/>
              </a:ext>
            </a:extLst>
          </p:cNvPr>
          <p:cNvSpPr>
            <a:spLocks noGrp="1"/>
          </p:cNvSpPr>
          <p:nvPr>
            <p:ph type="title"/>
          </p:nvPr>
        </p:nvSpPr>
        <p:spPr>
          <a:xfrm>
            <a:off x="575570" y="2940811"/>
            <a:ext cx="5552414" cy="2727486"/>
          </a:xfrm>
        </p:spPr>
        <p:txBody>
          <a:bodyPr rtlCol="0"/>
          <a:lstStyle/>
          <a:p>
            <a:pPr rtl="0"/>
            <a:r>
              <a:rPr lang="fr-FR" dirty="0"/>
              <a:t>Sommaire</a:t>
            </a:r>
          </a:p>
        </p:txBody>
      </p:sp>
      <p:sp>
        <p:nvSpPr>
          <p:cNvPr id="12" name="Espace réservé du contenu 11">
            <a:extLst>
              <a:ext uri="{FF2B5EF4-FFF2-40B4-BE49-F238E27FC236}">
                <a16:creationId xmlns:a16="http://schemas.microsoft.com/office/drawing/2014/main" id="{0EFA4165-8A1E-438E-9708-21F5EB58C422}"/>
              </a:ext>
            </a:extLst>
          </p:cNvPr>
          <p:cNvSpPr>
            <a:spLocks noGrp="1"/>
          </p:cNvSpPr>
          <p:nvPr>
            <p:ph sz="quarter" idx="15"/>
          </p:nvPr>
        </p:nvSpPr>
        <p:spPr>
          <a:xfrm>
            <a:off x="6189663" y="550607"/>
            <a:ext cx="5816600" cy="5695980"/>
          </a:xfrm>
        </p:spPr>
        <p:txBody>
          <a:bodyPr rtlCol="0">
            <a:normAutofit/>
          </a:bodyPr>
          <a:lstStyle/>
          <a:p>
            <a:pPr marL="342900" indent="-342900" rtl="0">
              <a:lnSpc>
                <a:spcPct val="200000"/>
              </a:lnSpc>
              <a:buClr>
                <a:schemeClr val="tx1"/>
              </a:buClr>
              <a:buFont typeface="Arial" panose="020B0604020202020204" pitchFamily="34" charset="0"/>
              <a:buChar char="•"/>
            </a:pPr>
            <a:r>
              <a:rPr lang="fr-FR" dirty="0"/>
              <a:t>Introduction</a:t>
            </a:r>
          </a:p>
          <a:p>
            <a:pPr marL="342900" indent="-342900" rtl="0">
              <a:lnSpc>
                <a:spcPct val="200000"/>
              </a:lnSpc>
              <a:buClr>
                <a:schemeClr val="tx1"/>
              </a:buClr>
              <a:buFont typeface="Arial" panose="020B0604020202020204" pitchFamily="34" charset="0"/>
              <a:buChar char="•"/>
            </a:pPr>
            <a:r>
              <a:rPr lang="fr-FR" dirty="0"/>
              <a:t>Contexte et Objectif du Projet</a:t>
            </a:r>
          </a:p>
          <a:p>
            <a:pPr marL="342900" indent="-342900" rtl="0">
              <a:lnSpc>
                <a:spcPct val="200000"/>
              </a:lnSpc>
              <a:buClr>
                <a:schemeClr val="tx1"/>
              </a:buClr>
              <a:buFont typeface="Arial" panose="020B0604020202020204" pitchFamily="34" charset="0"/>
              <a:buChar char="•"/>
            </a:pPr>
            <a:r>
              <a:rPr lang="fr-FR" dirty="0"/>
              <a:t>Etude et Choix</a:t>
            </a:r>
          </a:p>
          <a:p>
            <a:pPr marL="342900" indent="-342900" rtl="0">
              <a:lnSpc>
                <a:spcPct val="200000"/>
              </a:lnSpc>
              <a:buClr>
                <a:schemeClr val="tx1"/>
              </a:buClr>
              <a:buFont typeface="Arial" panose="020B0604020202020204" pitchFamily="34" charset="0"/>
              <a:buChar char="•"/>
            </a:pPr>
            <a:r>
              <a:rPr lang="fr-FR" dirty="0"/>
              <a:t>Implémentation</a:t>
            </a:r>
          </a:p>
          <a:p>
            <a:pPr marL="342900" indent="-342900" rtl="0">
              <a:lnSpc>
                <a:spcPct val="200000"/>
              </a:lnSpc>
              <a:buClr>
                <a:schemeClr val="tx1"/>
              </a:buClr>
              <a:buFont typeface="Arial" panose="020B0604020202020204" pitchFamily="34" charset="0"/>
              <a:buChar char="•"/>
            </a:pPr>
            <a:r>
              <a:rPr lang="fr-FR" dirty="0"/>
              <a:t>Perspective d’Amélioration</a:t>
            </a:r>
          </a:p>
          <a:p>
            <a:pPr marL="342900" indent="-342900" rtl="0">
              <a:lnSpc>
                <a:spcPct val="200000"/>
              </a:lnSpc>
              <a:buClr>
                <a:schemeClr val="tx1"/>
              </a:buClr>
              <a:buFont typeface="Arial" panose="020B0604020202020204" pitchFamily="34" charset="0"/>
              <a:buChar char="•"/>
            </a:pPr>
            <a:r>
              <a:rPr lang="fr-FR" dirty="0"/>
              <a:t>Conclusion</a:t>
            </a:r>
          </a:p>
        </p:txBody>
      </p:sp>
      <p:sp>
        <p:nvSpPr>
          <p:cNvPr id="17" name="Espace réservé de la date 16">
            <a:extLst>
              <a:ext uri="{FF2B5EF4-FFF2-40B4-BE49-F238E27FC236}">
                <a16:creationId xmlns:a16="http://schemas.microsoft.com/office/drawing/2014/main" id="{747D76C8-F234-4DEE-A20C-A545F39C0DD0}"/>
              </a:ext>
            </a:extLst>
          </p:cNvPr>
          <p:cNvSpPr>
            <a:spLocks noGrp="1"/>
          </p:cNvSpPr>
          <p:nvPr>
            <p:ph type="dt" sz="half" idx="10"/>
          </p:nvPr>
        </p:nvSpPr>
        <p:spPr>
          <a:xfrm>
            <a:off x="457200" y="6324600"/>
            <a:ext cx="2560220" cy="365125"/>
          </a:xfrm>
        </p:spPr>
        <p:txBody>
          <a:bodyPr rtlCol="0"/>
          <a:lstStyle/>
          <a:p>
            <a:pPr rtl="0"/>
            <a:r>
              <a:rPr lang="fr-FR" dirty="0"/>
              <a:t>Soitel Rémi</a:t>
            </a:r>
          </a:p>
        </p:txBody>
      </p:sp>
      <p:sp>
        <p:nvSpPr>
          <p:cNvPr id="18" name="Espace réservé du pied de page 17">
            <a:extLst>
              <a:ext uri="{FF2B5EF4-FFF2-40B4-BE49-F238E27FC236}">
                <a16:creationId xmlns:a16="http://schemas.microsoft.com/office/drawing/2014/main" id="{4C12A37B-898B-4E94-B678-E56B402FC999}"/>
              </a:ext>
            </a:extLst>
          </p:cNvPr>
          <p:cNvSpPr>
            <a:spLocks noGrp="1"/>
          </p:cNvSpPr>
          <p:nvPr>
            <p:ph type="ftr" sz="quarter" idx="11"/>
          </p:nvPr>
        </p:nvSpPr>
        <p:spPr>
          <a:xfrm>
            <a:off x="4200861" y="6319838"/>
            <a:ext cx="3982781" cy="365125"/>
          </a:xfrm>
        </p:spPr>
        <p:txBody>
          <a:bodyPr rtlCol="0"/>
          <a:lstStyle/>
          <a:p>
            <a:pPr rtl="0"/>
            <a:r>
              <a:rPr lang="fr-FR" dirty="0"/>
              <a:t>Stage M2 en Entreprise</a:t>
            </a:r>
          </a:p>
        </p:txBody>
      </p:sp>
      <p:sp>
        <p:nvSpPr>
          <p:cNvPr id="19" name="Espace réservé du numéro de diapositive 18">
            <a:extLst>
              <a:ext uri="{FF2B5EF4-FFF2-40B4-BE49-F238E27FC236}">
                <a16:creationId xmlns:a16="http://schemas.microsoft.com/office/drawing/2014/main" id="{908AAFE0-78EC-42BD-A61D-EA2275EADC40}"/>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a:t>2</a:t>
            </a:fld>
            <a:endParaRPr lang="fr-FR"/>
          </a:p>
        </p:txBody>
      </p:sp>
    </p:spTree>
    <p:extLst>
      <p:ext uri="{BB962C8B-B14F-4D97-AF65-F5344CB8AC3E}">
        <p14:creationId xmlns:p14="http://schemas.microsoft.com/office/powerpoint/2010/main" val="19124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re 10">
            <a:extLst>
              <a:ext uri="{FF2B5EF4-FFF2-40B4-BE49-F238E27FC236}">
                <a16:creationId xmlns:a16="http://schemas.microsoft.com/office/drawing/2014/main" id="{2C78657F-90AD-4505-B0A9-4FB8B5AE5AB1}"/>
              </a:ext>
            </a:extLst>
          </p:cNvPr>
          <p:cNvSpPr>
            <a:spLocks noGrp="1"/>
          </p:cNvSpPr>
          <p:nvPr>
            <p:ph type="title"/>
          </p:nvPr>
        </p:nvSpPr>
        <p:spPr>
          <a:xfrm>
            <a:off x="457200" y="725467"/>
            <a:ext cx="5410197" cy="1982171"/>
          </a:xfrm>
        </p:spPr>
        <p:txBody>
          <a:bodyPr rtlCol="0"/>
          <a:lstStyle/>
          <a:p>
            <a:pPr rtl="0"/>
            <a:r>
              <a:rPr lang="fr-FR" dirty="0"/>
              <a:t>Remerciement</a:t>
            </a:r>
          </a:p>
        </p:txBody>
      </p:sp>
      <p:sp>
        <p:nvSpPr>
          <p:cNvPr id="12" name="Espace réservé du contenu 11">
            <a:extLst>
              <a:ext uri="{FF2B5EF4-FFF2-40B4-BE49-F238E27FC236}">
                <a16:creationId xmlns:a16="http://schemas.microsoft.com/office/drawing/2014/main" id="{ECCFA51B-E7CF-4281-8CF6-3036F63B7B0A}"/>
              </a:ext>
            </a:extLst>
          </p:cNvPr>
          <p:cNvSpPr>
            <a:spLocks noGrp="1"/>
          </p:cNvSpPr>
          <p:nvPr>
            <p:ph sz="quarter" idx="15"/>
          </p:nvPr>
        </p:nvSpPr>
        <p:spPr>
          <a:xfrm>
            <a:off x="552476" y="1915446"/>
            <a:ext cx="11182324" cy="4217087"/>
          </a:xfrm>
        </p:spPr>
        <p:txBody>
          <a:bodyPr rtlCol="0">
            <a:noAutofit/>
          </a:bodyPr>
          <a:lstStyle/>
          <a:p>
            <a:r>
              <a:rPr lang="fr-FR" sz="2200" dirty="0"/>
              <a:t>• Je tiens à remercier Monsieur Stéphane SOITEL, Président de Chauffage Der Energies et tuteur de stage, pour son encadrement, ses remarques et son soutien tout au long du stage.</a:t>
            </a:r>
          </a:p>
          <a:p>
            <a:r>
              <a:rPr lang="fr-FR" sz="2200" dirty="0"/>
              <a:t>• Merci également à Monsieur Hacène Fouchal, Responsable de formation du Master Informatique, pour l’opportunité d’effectuer ce stage et d'y appliquer nos connaissances.</a:t>
            </a:r>
          </a:p>
          <a:p>
            <a:r>
              <a:rPr lang="fr-FR" sz="2200" dirty="0"/>
              <a:t>• Enfin, merci à l’ensemble de l’équipe de Chauffage Der Energies pour leur accueil chaleureux et l'environnement de travail propice à l'apprentissage</a:t>
            </a:r>
          </a:p>
        </p:txBody>
      </p:sp>
      <p:sp>
        <p:nvSpPr>
          <p:cNvPr id="14" name="Espace réservé de la date 13">
            <a:extLst>
              <a:ext uri="{FF2B5EF4-FFF2-40B4-BE49-F238E27FC236}">
                <a16:creationId xmlns:a16="http://schemas.microsoft.com/office/drawing/2014/main" id="{DF3231F7-2BDC-4AD4-8081-5E8C6FA0A14D}"/>
              </a:ext>
            </a:extLst>
          </p:cNvPr>
          <p:cNvSpPr>
            <a:spLocks noGrp="1"/>
          </p:cNvSpPr>
          <p:nvPr>
            <p:ph type="dt" sz="half" idx="10"/>
          </p:nvPr>
        </p:nvSpPr>
        <p:spPr>
          <a:xfrm>
            <a:off x="457200" y="6324600"/>
            <a:ext cx="2560220" cy="365125"/>
          </a:xfrm>
        </p:spPr>
        <p:txBody>
          <a:bodyPr rtlCol="0"/>
          <a:lstStyle/>
          <a:p>
            <a:r>
              <a:rPr lang="fr-FR" dirty="0"/>
              <a:t>Soitel Rémi</a:t>
            </a:r>
          </a:p>
        </p:txBody>
      </p:sp>
      <p:sp>
        <p:nvSpPr>
          <p:cNvPr id="15" name="Espace réservé du pied de page 14">
            <a:extLst>
              <a:ext uri="{FF2B5EF4-FFF2-40B4-BE49-F238E27FC236}">
                <a16:creationId xmlns:a16="http://schemas.microsoft.com/office/drawing/2014/main" id="{F19B9707-D455-4AD9-B022-CC066798E115}"/>
              </a:ext>
            </a:extLst>
          </p:cNvPr>
          <p:cNvSpPr>
            <a:spLocks noGrp="1"/>
          </p:cNvSpPr>
          <p:nvPr>
            <p:ph type="ftr" sz="quarter" idx="11"/>
          </p:nvPr>
        </p:nvSpPr>
        <p:spPr>
          <a:xfrm>
            <a:off x="4200861" y="6319838"/>
            <a:ext cx="3982781" cy="365125"/>
          </a:xfrm>
        </p:spPr>
        <p:txBody>
          <a:bodyPr rtlCol="0"/>
          <a:lstStyle/>
          <a:p>
            <a:r>
              <a:rPr lang="fr-FR" dirty="0"/>
              <a:t>Stage M2 en Entreprise</a:t>
            </a:r>
          </a:p>
        </p:txBody>
      </p:sp>
      <p:sp>
        <p:nvSpPr>
          <p:cNvPr id="16" name="Espace réservé du numéro de diapositive 15">
            <a:extLst>
              <a:ext uri="{FF2B5EF4-FFF2-40B4-BE49-F238E27FC236}">
                <a16:creationId xmlns:a16="http://schemas.microsoft.com/office/drawing/2014/main" id="{44B5FDB3-8D02-4902-BEC4-691A9ADD9662}"/>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a:t>3</a:t>
            </a:fld>
            <a:endParaRPr lang="fr-FR"/>
          </a:p>
        </p:txBody>
      </p:sp>
    </p:spTree>
    <p:extLst>
      <p:ext uri="{BB962C8B-B14F-4D97-AF65-F5344CB8AC3E}">
        <p14:creationId xmlns:p14="http://schemas.microsoft.com/office/powerpoint/2010/main" val="3465617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FA9D93A6-CA62-A686-1F5B-FB4203924745}"/>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C546EDE0-A867-88E5-1419-1F840F993C3B}"/>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413EF020-6CAA-D592-E356-82979A3275DF}"/>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7F3A5A83-0996-7439-239D-4C65BBD5ADD0}"/>
              </a:ext>
            </a:extLst>
          </p:cNvPr>
          <p:cNvSpPr>
            <a:spLocks noGrp="1"/>
          </p:cNvSpPr>
          <p:nvPr>
            <p:ph type="sldNum" sz="quarter" idx="12"/>
          </p:nvPr>
        </p:nvSpPr>
        <p:spPr/>
        <p:txBody>
          <a:bodyPr/>
          <a:lstStyle/>
          <a:p>
            <a:pPr rtl="0"/>
            <a:fld id="{11A71338-8BA2-4C79-A6C5-5A8E30081D0C}" type="slidenum">
              <a:rPr lang="fr-FR" noProof="0" smtClean="0"/>
              <a:pPr rtl="0"/>
              <a:t>4</a:t>
            </a:fld>
            <a:endParaRPr lang="fr-FR" noProof="0"/>
          </a:p>
        </p:txBody>
      </p:sp>
      <p:sp>
        <p:nvSpPr>
          <p:cNvPr id="11" name="Espace réservé du contenu 11">
            <a:extLst>
              <a:ext uri="{FF2B5EF4-FFF2-40B4-BE49-F238E27FC236}">
                <a16:creationId xmlns:a16="http://schemas.microsoft.com/office/drawing/2014/main" id="{C93C8E4C-46D2-85D4-DF64-78E4BBB83696}"/>
              </a:ext>
            </a:extLst>
          </p:cNvPr>
          <p:cNvSpPr txBox="1">
            <a:spLocks/>
          </p:cNvSpPr>
          <p:nvPr/>
        </p:nvSpPr>
        <p:spPr>
          <a:xfrm>
            <a:off x="648727" y="358024"/>
            <a:ext cx="5543524"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Introduction</a:t>
            </a:r>
          </a:p>
        </p:txBody>
      </p:sp>
      <p:sp>
        <p:nvSpPr>
          <p:cNvPr id="2" name="Espace réservé du contenu 11">
            <a:extLst>
              <a:ext uri="{FF2B5EF4-FFF2-40B4-BE49-F238E27FC236}">
                <a16:creationId xmlns:a16="http://schemas.microsoft.com/office/drawing/2014/main" id="{6D542CC5-94E2-4C6E-6844-F6D63D7ED5E5}"/>
              </a:ext>
            </a:extLst>
          </p:cNvPr>
          <p:cNvSpPr txBox="1">
            <a:spLocks/>
          </p:cNvSpPr>
          <p:nvPr/>
        </p:nvSpPr>
        <p:spPr>
          <a:xfrm>
            <a:off x="552476" y="1915446"/>
            <a:ext cx="7382156" cy="421708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200" dirty="0">
                <a:solidFill>
                  <a:schemeClr val="tx1"/>
                </a:solidFill>
              </a:rPr>
              <a:t>• Dans le cadre de mes études, j’ai intégré l’entreprise Chauffage Der Energies pour un stage de 4 mois afin d’y appliquer mes connaissances.</a:t>
            </a:r>
          </a:p>
          <a:p>
            <a:r>
              <a:rPr lang="fr-FR" sz="2200" dirty="0">
                <a:solidFill>
                  <a:schemeClr val="tx1"/>
                </a:solidFill>
              </a:rPr>
              <a:t>• L’entreprise est spécialisée dans la proposition et l’installation de solution thermiques et climatiques dans lequel se présente un défi commercial :</a:t>
            </a:r>
          </a:p>
          <a:p>
            <a:r>
              <a:rPr lang="fr-FR" sz="2200" i="1" dirty="0">
                <a:solidFill>
                  <a:schemeClr val="tx1"/>
                </a:solidFill>
              </a:rPr>
              <a:t>    • La projection du client de l’installation souhaiter.</a:t>
            </a:r>
          </a:p>
          <a:p>
            <a:r>
              <a:rPr lang="fr-FR" sz="2200" dirty="0">
                <a:solidFill>
                  <a:schemeClr val="tx1"/>
                </a:solidFill>
              </a:rPr>
              <a:t>• Pour palier à ça, l’entreprise m’a offert comme mission de développer une application d’incrustation réaliste d’équipement thermique et climatique.</a:t>
            </a:r>
          </a:p>
        </p:txBody>
      </p:sp>
      <p:pic>
        <p:nvPicPr>
          <p:cNvPr id="4" name="Image 3" descr="Technicien - Icônes utilisateur gratuites">
            <a:extLst>
              <a:ext uri="{FF2B5EF4-FFF2-40B4-BE49-F238E27FC236}">
                <a16:creationId xmlns:a16="http://schemas.microsoft.com/office/drawing/2014/main" id="{EFC69CB3-F776-C828-E01C-88BDCD626869}"/>
              </a:ext>
            </a:extLst>
          </p:cNvPr>
          <p:cNvPicPr>
            <a:picLocks noChangeAspect="1"/>
          </p:cNvPicPr>
          <p:nvPr/>
        </p:nvPicPr>
        <p:blipFill>
          <a:blip r:embed="rId2"/>
          <a:stretch>
            <a:fillRect/>
          </a:stretch>
        </p:blipFill>
        <p:spPr>
          <a:xfrm>
            <a:off x="8296843" y="2368574"/>
            <a:ext cx="3106689" cy="3106689"/>
          </a:xfrm>
          <a:prstGeom prst="rect">
            <a:avLst/>
          </a:prstGeom>
        </p:spPr>
      </p:pic>
    </p:spTree>
    <p:extLst>
      <p:ext uri="{BB962C8B-B14F-4D97-AF65-F5344CB8AC3E}">
        <p14:creationId xmlns:p14="http://schemas.microsoft.com/office/powerpoint/2010/main" val="14589420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A143-BA2D-2968-277C-5423CAFBFDBC}"/>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D3212272-284E-5ADA-0413-ECE4A9B88EE4}"/>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4A062817-3F50-E9C5-5BD4-4434CAABBD42}"/>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1A09DABC-C9F2-41DA-CA13-9327D93C3EB3}"/>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F790CC12-BFBE-7B33-ED12-8FC4903250EE}"/>
              </a:ext>
            </a:extLst>
          </p:cNvPr>
          <p:cNvSpPr>
            <a:spLocks noGrp="1"/>
          </p:cNvSpPr>
          <p:nvPr>
            <p:ph type="sldNum" sz="quarter" idx="12"/>
          </p:nvPr>
        </p:nvSpPr>
        <p:spPr/>
        <p:txBody>
          <a:bodyPr/>
          <a:lstStyle/>
          <a:p>
            <a:pPr rtl="0"/>
            <a:fld id="{11A71338-8BA2-4C79-A6C5-5A8E30081D0C}" type="slidenum">
              <a:rPr lang="fr-FR" noProof="0" smtClean="0"/>
              <a:pPr rtl="0"/>
              <a:t>5</a:t>
            </a:fld>
            <a:endParaRPr lang="fr-FR" noProof="0"/>
          </a:p>
        </p:txBody>
      </p:sp>
      <p:sp>
        <p:nvSpPr>
          <p:cNvPr id="11" name="Espace réservé du contenu 11">
            <a:extLst>
              <a:ext uri="{FF2B5EF4-FFF2-40B4-BE49-F238E27FC236}">
                <a16:creationId xmlns:a16="http://schemas.microsoft.com/office/drawing/2014/main" id="{F638C9D2-6277-3C3E-DF29-23F74622AE93}"/>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Contexte et Objectif du Projet</a:t>
            </a:r>
          </a:p>
        </p:txBody>
      </p:sp>
      <p:sp>
        <p:nvSpPr>
          <p:cNvPr id="2" name="Espace réservé du contenu 11">
            <a:extLst>
              <a:ext uri="{FF2B5EF4-FFF2-40B4-BE49-F238E27FC236}">
                <a16:creationId xmlns:a16="http://schemas.microsoft.com/office/drawing/2014/main" id="{C29411BA-2143-2650-F5E0-5B6D42887C9E}"/>
              </a:ext>
            </a:extLst>
          </p:cNvPr>
          <p:cNvSpPr txBox="1">
            <a:spLocks/>
          </p:cNvSpPr>
          <p:nvPr/>
        </p:nvSpPr>
        <p:spPr>
          <a:xfrm>
            <a:off x="552476" y="1915446"/>
            <a:ext cx="7382156" cy="421708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200">
                <a:solidFill>
                  <a:schemeClr val="tx1"/>
                </a:solidFill>
              </a:rPr>
              <a:t>• Dans</a:t>
            </a:r>
            <a:endParaRPr lang="fr-FR" sz="2200" dirty="0">
              <a:solidFill>
                <a:schemeClr val="tx1"/>
              </a:solidFill>
            </a:endParaRPr>
          </a:p>
        </p:txBody>
      </p:sp>
    </p:spTree>
    <p:extLst>
      <p:ext uri="{BB962C8B-B14F-4D97-AF65-F5344CB8AC3E}">
        <p14:creationId xmlns:p14="http://schemas.microsoft.com/office/powerpoint/2010/main" val="1815961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04C61C91-1897-4EA4-9D14-970E38F45A89}"/>
              </a:ext>
            </a:extLst>
          </p:cNvPr>
          <p:cNvSpPr>
            <a:spLocks noGrp="1"/>
          </p:cNvSpPr>
          <p:nvPr>
            <p:ph type="title"/>
          </p:nvPr>
        </p:nvSpPr>
        <p:spPr>
          <a:xfrm>
            <a:off x="457200" y="4657856"/>
            <a:ext cx="10744186" cy="1589223"/>
          </a:xfrm>
        </p:spPr>
        <p:txBody>
          <a:bodyPr rtlCol="0"/>
          <a:lstStyle/>
          <a:p>
            <a:pPr rtl="0"/>
            <a:r>
              <a:rPr lang="fr-FR" dirty="0"/>
              <a:t>Chronologie</a:t>
            </a:r>
          </a:p>
        </p:txBody>
      </p:sp>
      <p:sp>
        <p:nvSpPr>
          <p:cNvPr id="4" name="Espace réservé de la date 3">
            <a:extLst>
              <a:ext uri="{FF2B5EF4-FFF2-40B4-BE49-F238E27FC236}">
                <a16:creationId xmlns:a16="http://schemas.microsoft.com/office/drawing/2014/main" id="{B0C623AD-7607-4642-BB4F-E516F092148D}"/>
              </a:ext>
            </a:extLst>
          </p:cNvPr>
          <p:cNvSpPr>
            <a:spLocks noGrp="1"/>
          </p:cNvSpPr>
          <p:nvPr>
            <p:ph type="dt" sz="half" idx="10"/>
          </p:nvPr>
        </p:nvSpPr>
        <p:spPr>
          <a:xfrm>
            <a:off x="457200" y="6324600"/>
            <a:ext cx="2560220" cy="365125"/>
          </a:xfrm>
        </p:spPr>
        <p:txBody>
          <a:bodyPr rtlCol="0"/>
          <a:lstStyle/>
          <a:p>
            <a:r>
              <a:rPr lang="fr-FR" dirty="0"/>
              <a:t>Soitel Rémi</a:t>
            </a:r>
          </a:p>
        </p:txBody>
      </p:sp>
      <p:sp>
        <p:nvSpPr>
          <p:cNvPr id="5" name="Espace réservé du pied de page 4">
            <a:extLst>
              <a:ext uri="{FF2B5EF4-FFF2-40B4-BE49-F238E27FC236}">
                <a16:creationId xmlns:a16="http://schemas.microsoft.com/office/drawing/2014/main" id="{B9B857E1-A3B2-4952-A385-4AAD8D0C1B94}"/>
              </a:ext>
            </a:extLst>
          </p:cNvPr>
          <p:cNvSpPr>
            <a:spLocks noGrp="1"/>
          </p:cNvSpPr>
          <p:nvPr>
            <p:ph type="ftr" sz="quarter" idx="11"/>
          </p:nvPr>
        </p:nvSpPr>
        <p:spPr>
          <a:xfrm>
            <a:off x="4200861" y="6319838"/>
            <a:ext cx="3982781" cy="365125"/>
          </a:xfrm>
        </p:spPr>
        <p:txBody>
          <a:bodyPr rtlCol="0"/>
          <a:lstStyle/>
          <a:p>
            <a:r>
              <a:rPr lang="fr-FR" dirty="0"/>
              <a:t>Stage M2 en Entreprise</a:t>
            </a:r>
          </a:p>
        </p:txBody>
      </p:sp>
      <p:sp>
        <p:nvSpPr>
          <p:cNvPr id="6" name="Espace réservé du numéro de diapositive 5">
            <a:extLst>
              <a:ext uri="{FF2B5EF4-FFF2-40B4-BE49-F238E27FC236}">
                <a16:creationId xmlns:a16="http://schemas.microsoft.com/office/drawing/2014/main" id="{134E9AF2-86BD-4674-8439-B6BB38434626}"/>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6</a:t>
            </a:fld>
            <a:endParaRPr lang="fr-FR" dirty="0"/>
          </a:p>
        </p:txBody>
      </p:sp>
      <p:graphicFrame>
        <p:nvGraphicFramePr>
          <p:cNvPr id="30" name="Espace réservé du contenu 3" descr="Espace réservé de la colonne ">
            <a:extLst>
              <a:ext uri="{FF2B5EF4-FFF2-40B4-BE49-F238E27FC236}">
                <a16:creationId xmlns:a16="http://schemas.microsoft.com/office/drawing/2014/main" id="{DAD2CA0F-DE53-443F-B5FE-0BD64D77B1B6}"/>
              </a:ext>
            </a:extLst>
          </p:cNvPr>
          <p:cNvGraphicFramePr>
            <a:graphicFrameLocks noGrp="1"/>
          </p:cNvGraphicFramePr>
          <p:nvPr>
            <p:ph sz="quarter" idx="13"/>
            <p:extLst>
              <p:ext uri="{D42A27DB-BD31-4B8C-83A1-F6EECF244321}">
                <p14:modId xmlns:p14="http://schemas.microsoft.com/office/powerpoint/2010/main" val="1315368012"/>
              </p:ext>
            </p:extLst>
          </p:nvPr>
        </p:nvGraphicFramePr>
        <p:xfrm>
          <a:off x="515938" y="242888"/>
          <a:ext cx="11156950" cy="377666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00504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re 32">
            <a:extLst>
              <a:ext uri="{FF2B5EF4-FFF2-40B4-BE49-F238E27FC236}">
                <a16:creationId xmlns:a16="http://schemas.microsoft.com/office/drawing/2014/main" id="{D6FD4CE8-5432-466F-8916-85FE2D587EB9}"/>
              </a:ext>
            </a:extLst>
          </p:cNvPr>
          <p:cNvSpPr>
            <a:spLocks noGrp="1"/>
          </p:cNvSpPr>
          <p:nvPr>
            <p:ph type="title"/>
          </p:nvPr>
        </p:nvSpPr>
        <p:spPr>
          <a:xfrm>
            <a:off x="767814" y="456532"/>
            <a:ext cx="10656372" cy="1126426"/>
          </a:xfrm>
        </p:spPr>
        <p:txBody>
          <a:bodyPr rtlCol="0"/>
          <a:lstStyle/>
          <a:p>
            <a:pPr rtl="0"/>
            <a:r>
              <a:rPr lang="fr-FR"/>
              <a:t>Contenu</a:t>
            </a:r>
          </a:p>
        </p:txBody>
      </p:sp>
      <p:sp>
        <p:nvSpPr>
          <p:cNvPr id="41" name="Espace réservé du texte 40">
            <a:extLst>
              <a:ext uri="{FF2B5EF4-FFF2-40B4-BE49-F238E27FC236}">
                <a16:creationId xmlns:a16="http://schemas.microsoft.com/office/drawing/2014/main" id="{475F81B0-5430-4ACD-BDF2-BD38CBCAA7B6}"/>
              </a:ext>
            </a:extLst>
          </p:cNvPr>
          <p:cNvSpPr>
            <a:spLocks noGrp="1"/>
          </p:cNvSpPr>
          <p:nvPr>
            <p:ph type="body" sz="quarter" idx="13"/>
          </p:nvPr>
        </p:nvSpPr>
        <p:spPr>
          <a:xfrm>
            <a:off x="697390" y="1816398"/>
            <a:ext cx="5164137" cy="772972"/>
          </a:xfrm>
        </p:spPr>
        <p:txBody>
          <a:bodyPr rtlCol="0"/>
          <a:lstStyle/>
          <a:p>
            <a:pPr rtl="0"/>
            <a:r>
              <a:rPr lang="fr-FR"/>
              <a:t>Sous-titre</a:t>
            </a:r>
          </a:p>
        </p:txBody>
      </p:sp>
      <p:sp>
        <p:nvSpPr>
          <p:cNvPr id="44" name="Espace réservé du texte 43">
            <a:extLst>
              <a:ext uri="{FF2B5EF4-FFF2-40B4-BE49-F238E27FC236}">
                <a16:creationId xmlns:a16="http://schemas.microsoft.com/office/drawing/2014/main" id="{8FEB7A15-271E-42F1-9E4A-638A8DA06BB4}"/>
              </a:ext>
            </a:extLst>
          </p:cNvPr>
          <p:cNvSpPr>
            <a:spLocks noGrp="1"/>
          </p:cNvSpPr>
          <p:nvPr>
            <p:ph type="body" sz="quarter" idx="15"/>
          </p:nvPr>
        </p:nvSpPr>
        <p:spPr>
          <a:xfrm>
            <a:off x="696913" y="2597976"/>
            <a:ext cx="5164137" cy="3119437"/>
          </a:xfrm>
        </p:spPr>
        <p:txBody>
          <a:bodyPr rtlCol="0"/>
          <a:lstStyle/>
          <a:p>
            <a:pPr rtl="0"/>
            <a:r>
              <a:rPr lang="fr-FR"/>
              <a:t>Ajoutez du texte, des images, des dessins et des vidéos. </a:t>
            </a:r>
          </a:p>
          <a:p>
            <a:pPr rtl="0"/>
            <a:r>
              <a:rPr lang="fr-FR"/>
              <a:t>Ajoutez des transitions, des animations et des mouvements.
 Enregistrez sur OneDrive pour accéder à vos présentations depuis votre ordinateur, depuis votre tablette ou depuis votre téléphone.  </a:t>
            </a:r>
          </a:p>
        </p:txBody>
      </p:sp>
      <p:sp>
        <p:nvSpPr>
          <p:cNvPr id="43" name="Espace réservé du texte 42">
            <a:extLst>
              <a:ext uri="{FF2B5EF4-FFF2-40B4-BE49-F238E27FC236}">
                <a16:creationId xmlns:a16="http://schemas.microsoft.com/office/drawing/2014/main" id="{0081D526-4177-4B8A-BFEE-9EDD07F3FF05}"/>
              </a:ext>
            </a:extLst>
          </p:cNvPr>
          <p:cNvSpPr>
            <a:spLocks noGrp="1"/>
          </p:cNvSpPr>
          <p:nvPr>
            <p:ph type="body" sz="quarter" idx="14"/>
          </p:nvPr>
        </p:nvSpPr>
        <p:spPr>
          <a:xfrm>
            <a:off x="6189156" y="1816398"/>
            <a:ext cx="5164137" cy="772972"/>
          </a:xfrm>
        </p:spPr>
        <p:txBody>
          <a:bodyPr rtlCol="0"/>
          <a:lstStyle/>
          <a:p>
            <a:pPr rtl="0"/>
            <a:r>
              <a:rPr lang="fr-FR"/>
              <a:t>Sous-titre</a:t>
            </a:r>
          </a:p>
        </p:txBody>
      </p:sp>
      <p:sp>
        <p:nvSpPr>
          <p:cNvPr id="45" name="Espace réservé du texte 44">
            <a:extLst>
              <a:ext uri="{FF2B5EF4-FFF2-40B4-BE49-F238E27FC236}">
                <a16:creationId xmlns:a16="http://schemas.microsoft.com/office/drawing/2014/main" id="{7530F620-758C-46A4-9813-E184D78F3EBD}"/>
              </a:ext>
            </a:extLst>
          </p:cNvPr>
          <p:cNvSpPr>
            <a:spLocks noGrp="1"/>
          </p:cNvSpPr>
          <p:nvPr>
            <p:ph type="body" sz="quarter" idx="16"/>
          </p:nvPr>
        </p:nvSpPr>
        <p:spPr>
          <a:xfrm>
            <a:off x="6189156" y="2597976"/>
            <a:ext cx="5164137" cy="3119437"/>
          </a:xfrm>
        </p:spPr>
        <p:txBody>
          <a:bodyPr rtlCol="0"/>
          <a:lstStyle/>
          <a:p>
            <a:pPr rtl="0"/>
            <a:r>
              <a:rPr lang="fr-FR"/>
              <a:t>Ouvrez le volet Idées de conception pour transformer instantanément vos diapositives. </a:t>
            </a:r>
          </a:p>
          <a:p>
            <a:pPr rtl="0"/>
            <a:r>
              <a:rPr lang="fr-FR"/>
              <a:t>Lorsque nous avons des idées de conception, c’est là que nous vous les présentons.</a:t>
            </a:r>
          </a:p>
        </p:txBody>
      </p:sp>
      <p:sp>
        <p:nvSpPr>
          <p:cNvPr id="46" name="Espace réservé de la date 45">
            <a:extLst>
              <a:ext uri="{FF2B5EF4-FFF2-40B4-BE49-F238E27FC236}">
                <a16:creationId xmlns:a16="http://schemas.microsoft.com/office/drawing/2014/main" id="{020D611C-42CB-4689-8C2A-25FE1121674E}"/>
              </a:ext>
            </a:extLst>
          </p:cNvPr>
          <p:cNvSpPr>
            <a:spLocks noGrp="1"/>
          </p:cNvSpPr>
          <p:nvPr>
            <p:ph type="dt" sz="half" idx="10"/>
          </p:nvPr>
        </p:nvSpPr>
        <p:spPr>
          <a:xfrm>
            <a:off x="457200" y="6324600"/>
            <a:ext cx="2560220" cy="365125"/>
          </a:xfrm>
        </p:spPr>
        <p:txBody>
          <a:bodyPr rtlCol="0"/>
          <a:lstStyle/>
          <a:p>
            <a:pPr rtl="0"/>
            <a:r>
              <a:rPr lang="fr-FR"/>
              <a:t>02/02/20XX</a:t>
            </a:r>
          </a:p>
        </p:txBody>
      </p:sp>
      <p:sp>
        <p:nvSpPr>
          <p:cNvPr id="47" name="Espace réservé du pied de page 46">
            <a:extLst>
              <a:ext uri="{FF2B5EF4-FFF2-40B4-BE49-F238E27FC236}">
                <a16:creationId xmlns:a16="http://schemas.microsoft.com/office/drawing/2014/main" id="{DADC3C21-4248-4DF1-8589-8B0D399A0039}"/>
              </a:ext>
            </a:extLst>
          </p:cNvPr>
          <p:cNvSpPr>
            <a:spLocks noGrp="1"/>
          </p:cNvSpPr>
          <p:nvPr>
            <p:ph type="ftr" sz="quarter" idx="11"/>
          </p:nvPr>
        </p:nvSpPr>
        <p:spPr>
          <a:xfrm>
            <a:off x="4200861" y="6319838"/>
            <a:ext cx="3982781" cy="365125"/>
          </a:xfrm>
        </p:spPr>
        <p:txBody>
          <a:bodyPr rtlCol="0"/>
          <a:lstStyle/>
          <a:p>
            <a:pPr rtl="0"/>
            <a:r>
              <a:rPr lang="fr-FR"/>
              <a:t>TITRE DE LA PRÉSENTATION</a:t>
            </a:r>
          </a:p>
        </p:txBody>
      </p:sp>
      <p:sp>
        <p:nvSpPr>
          <p:cNvPr id="48" name="Espace réservé du numéro de diapositive 47">
            <a:extLst>
              <a:ext uri="{FF2B5EF4-FFF2-40B4-BE49-F238E27FC236}">
                <a16:creationId xmlns:a16="http://schemas.microsoft.com/office/drawing/2014/main" id="{2796BD3D-4CF7-49A0-945B-3A0853CAB06B}"/>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7</a:t>
            </a:fld>
            <a:endParaRPr lang="fr-FR"/>
          </a:p>
        </p:txBody>
      </p:sp>
    </p:spTree>
    <p:extLst>
      <p:ext uri="{BB962C8B-B14F-4D97-AF65-F5344CB8AC3E}">
        <p14:creationId xmlns:p14="http://schemas.microsoft.com/office/powerpoint/2010/main" val="33441015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Titre 60">
            <a:extLst>
              <a:ext uri="{FF2B5EF4-FFF2-40B4-BE49-F238E27FC236}">
                <a16:creationId xmlns:a16="http://schemas.microsoft.com/office/drawing/2014/main" id="{55596801-CC0E-43E4-8CA7-9D1351795D07}"/>
              </a:ext>
            </a:extLst>
          </p:cNvPr>
          <p:cNvSpPr>
            <a:spLocks noGrp="1"/>
          </p:cNvSpPr>
          <p:nvPr>
            <p:ph type="title"/>
          </p:nvPr>
        </p:nvSpPr>
        <p:spPr>
          <a:xfrm>
            <a:off x="1434268" y="441042"/>
            <a:ext cx="9323464" cy="1162258"/>
          </a:xfrm>
        </p:spPr>
        <p:txBody>
          <a:bodyPr rtlCol="0"/>
          <a:lstStyle/>
          <a:p>
            <a:pPr rtl="0"/>
            <a:r>
              <a:rPr lang="fr-FR"/>
              <a:t>Contenu </a:t>
            </a:r>
          </a:p>
        </p:txBody>
      </p:sp>
      <p:sp>
        <p:nvSpPr>
          <p:cNvPr id="8" name="Espace réservé du texte 7">
            <a:extLst>
              <a:ext uri="{FF2B5EF4-FFF2-40B4-BE49-F238E27FC236}">
                <a16:creationId xmlns:a16="http://schemas.microsoft.com/office/drawing/2014/main" id="{C79A8E3F-93D9-4537-8EDE-FDC549A23D6F}"/>
              </a:ext>
            </a:extLst>
          </p:cNvPr>
          <p:cNvSpPr>
            <a:spLocks noGrp="1"/>
          </p:cNvSpPr>
          <p:nvPr>
            <p:ph type="body" sz="quarter" idx="13"/>
          </p:nvPr>
        </p:nvSpPr>
        <p:spPr>
          <a:xfrm>
            <a:off x="319757" y="1816398"/>
            <a:ext cx="3661357" cy="772972"/>
          </a:xfrm>
        </p:spPr>
        <p:txBody>
          <a:bodyPr rtlCol="0"/>
          <a:lstStyle/>
          <a:p>
            <a:pPr rtl="0"/>
            <a:r>
              <a:rPr lang="fr-FR"/>
              <a:t>Sous-titre</a:t>
            </a:r>
          </a:p>
        </p:txBody>
      </p:sp>
      <p:sp>
        <p:nvSpPr>
          <p:cNvPr id="9" name="Espace réservé du texte 8">
            <a:extLst>
              <a:ext uri="{FF2B5EF4-FFF2-40B4-BE49-F238E27FC236}">
                <a16:creationId xmlns:a16="http://schemas.microsoft.com/office/drawing/2014/main" id="{C1B07174-78A3-4D00-8D26-99F6F12FA3EA}"/>
              </a:ext>
            </a:extLst>
          </p:cNvPr>
          <p:cNvSpPr>
            <a:spLocks noGrp="1"/>
          </p:cNvSpPr>
          <p:nvPr>
            <p:ph type="body" sz="quarter" idx="15"/>
          </p:nvPr>
        </p:nvSpPr>
        <p:spPr>
          <a:xfrm>
            <a:off x="319280" y="2595913"/>
            <a:ext cx="3661357" cy="3666574"/>
          </a:xfrm>
        </p:spPr>
        <p:txBody>
          <a:bodyPr rtlCol="0"/>
          <a:lstStyle/>
          <a:p>
            <a:pPr rtl="0"/>
            <a:r>
              <a:rPr lang="fr-FR"/>
              <a:t>Ajoutez du texte, des images, des dessins et des vidéos. </a:t>
            </a:r>
          </a:p>
          <a:p>
            <a:pPr rtl="0"/>
            <a:r>
              <a:rPr lang="fr-FR"/>
              <a:t>Ajoutez des transitions, des animations et des mouvements.
 Enregistrez sur OneDrive pour accéder à vos présentations depuis votre ordinateur, depuis votre tablette ou depuis votre téléphone. </a:t>
            </a:r>
          </a:p>
        </p:txBody>
      </p:sp>
      <p:sp>
        <p:nvSpPr>
          <p:cNvPr id="10" name="Espace réservé du texte 9">
            <a:extLst>
              <a:ext uri="{FF2B5EF4-FFF2-40B4-BE49-F238E27FC236}">
                <a16:creationId xmlns:a16="http://schemas.microsoft.com/office/drawing/2014/main" id="{815D0413-8CFE-4718-93F3-67A88B326583}"/>
              </a:ext>
            </a:extLst>
          </p:cNvPr>
          <p:cNvSpPr>
            <a:spLocks noGrp="1"/>
          </p:cNvSpPr>
          <p:nvPr>
            <p:ph type="body" sz="quarter" idx="16"/>
          </p:nvPr>
        </p:nvSpPr>
        <p:spPr>
          <a:xfrm>
            <a:off x="4251938" y="1822941"/>
            <a:ext cx="3661357" cy="772972"/>
          </a:xfrm>
        </p:spPr>
        <p:txBody>
          <a:bodyPr rtlCol="0"/>
          <a:lstStyle/>
          <a:p>
            <a:pPr rtl="0"/>
            <a:r>
              <a:rPr lang="fr-FR"/>
              <a:t>Sous-titre</a:t>
            </a:r>
          </a:p>
        </p:txBody>
      </p:sp>
      <p:sp>
        <p:nvSpPr>
          <p:cNvPr id="11" name="Espace réservé du texte 10">
            <a:extLst>
              <a:ext uri="{FF2B5EF4-FFF2-40B4-BE49-F238E27FC236}">
                <a16:creationId xmlns:a16="http://schemas.microsoft.com/office/drawing/2014/main" id="{00F6764E-3DD5-4D12-BA53-FB91854AED2E}"/>
              </a:ext>
            </a:extLst>
          </p:cNvPr>
          <p:cNvSpPr>
            <a:spLocks noGrp="1"/>
          </p:cNvSpPr>
          <p:nvPr>
            <p:ph type="body" sz="quarter" idx="17"/>
          </p:nvPr>
        </p:nvSpPr>
        <p:spPr>
          <a:xfrm>
            <a:off x="4251461" y="2602456"/>
            <a:ext cx="3661357" cy="3119437"/>
          </a:xfrm>
        </p:spPr>
        <p:txBody>
          <a:bodyPr rtlCol="0"/>
          <a:lstStyle/>
          <a:p>
            <a:pPr rtl="0"/>
            <a:r>
              <a:rPr lang="fr-FR"/>
              <a:t>Ouvrez le volet Idées de conception pour transformer instantanément vos diapositives. </a:t>
            </a:r>
          </a:p>
          <a:p>
            <a:pPr rtl="0"/>
            <a:r>
              <a:rPr lang="fr-FR"/>
              <a:t>Lorsque nous avons des idées de conception, c’est ici que nous vous les présentons.</a:t>
            </a:r>
          </a:p>
        </p:txBody>
      </p:sp>
      <p:sp>
        <p:nvSpPr>
          <p:cNvPr id="12" name="Espace réservé du texte 11">
            <a:extLst>
              <a:ext uri="{FF2B5EF4-FFF2-40B4-BE49-F238E27FC236}">
                <a16:creationId xmlns:a16="http://schemas.microsoft.com/office/drawing/2014/main" id="{F148212B-3F38-4450-B9E5-E053B8E897C6}"/>
              </a:ext>
            </a:extLst>
          </p:cNvPr>
          <p:cNvSpPr>
            <a:spLocks noGrp="1"/>
          </p:cNvSpPr>
          <p:nvPr>
            <p:ph type="body" sz="quarter" idx="18"/>
          </p:nvPr>
        </p:nvSpPr>
        <p:spPr>
          <a:xfrm>
            <a:off x="8183642" y="1822661"/>
            <a:ext cx="3661357" cy="772972"/>
          </a:xfrm>
        </p:spPr>
        <p:txBody>
          <a:bodyPr rtlCol="0"/>
          <a:lstStyle/>
          <a:p>
            <a:pPr rtl="0"/>
            <a:r>
              <a:rPr lang="fr-FR"/>
              <a:t>Sous-titre</a:t>
            </a:r>
          </a:p>
        </p:txBody>
      </p:sp>
      <p:sp>
        <p:nvSpPr>
          <p:cNvPr id="13" name="Espace réservé du texte 12">
            <a:extLst>
              <a:ext uri="{FF2B5EF4-FFF2-40B4-BE49-F238E27FC236}">
                <a16:creationId xmlns:a16="http://schemas.microsoft.com/office/drawing/2014/main" id="{4933DB9E-3E01-4933-946A-0088A2E6FF19}"/>
              </a:ext>
            </a:extLst>
          </p:cNvPr>
          <p:cNvSpPr>
            <a:spLocks noGrp="1"/>
          </p:cNvSpPr>
          <p:nvPr>
            <p:ph type="body" sz="quarter" idx="19"/>
          </p:nvPr>
        </p:nvSpPr>
        <p:spPr>
          <a:xfrm>
            <a:off x="8183165" y="2602176"/>
            <a:ext cx="3661357" cy="3119437"/>
          </a:xfrm>
        </p:spPr>
        <p:txBody>
          <a:bodyPr rtlCol="0"/>
          <a:lstStyle/>
          <a:p>
            <a:pPr rtl="0"/>
            <a:r>
              <a:rPr lang="fr-FR"/>
              <a:t>Ce thème PowerPoint utilise sa propre série de couleurs, de polices et d’effets pour créer l’apparence générale de ces diapositives. </a:t>
            </a:r>
          </a:p>
          <a:p>
            <a:pPr rtl="0"/>
            <a:r>
              <a:rPr lang="fr-FR"/>
              <a:t>PowerPoint inclut de nombreux thèmes pour donner à votre présentation la personnalité qui convient.</a:t>
            </a:r>
          </a:p>
        </p:txBody>
      </p:sp>
      <p:sp>
        <p:nvSpPr>
          <p:cNvPr id="14" name="Espace réservé de la date 13">
            <a:extLst>
              <a:ext uri="{FF2B5EF4-FFF2-40B4-BE49-F238E27FC236}">
                <a16:creationId xmlns:a16="http://schemas.microsoft.com/office/drawing/2014/main" id="{FDDA2E27-CAF8-439E-86AA-E8A801A0F91B}"/>
              </a:ext>
            </a:extLst>
          </p:cNvPr>
          <p:cNvSpPr>
            <a:spLocks noGrp="1"/>
          </p:cNvSpPr>
          <p:nvPr>
            <p:ph type="dt" sz="half" idx="10"/>
          </p:nvPr>
        </p:nvSpPr>
        <p:spPr>
          <a:xfrm>
            <a:off x="457200" y="6324600"/>
            <a:ext cx="2560220" cy="365125"/>
          </a:xfrm>
        </p:spPr>
        <p:txBody>
          <a:bodyPr rtlCol="0"/>
          <a:lstStyle/>
          <a:p>
            <a:pPr rtl="0"/>
            <a:r>
              <a:rPr lang="fr-FR"/>
              <a:t>02/02/20XX</a:t>
            </a:r>
          </a:p>
        </p:txBody>
      </p:sp>
      <p:sp>
        <p:nvSpPr>
          <p:cNvPr id="15" name="Espace réservé du pied de page 14">
            <a:extLst>
              <a:ext uri="{FF2B5EF4-FFF2-40B4-BE49-F238E27FC236}">
                <a16:creationId xmlns:a16="http://schemas.microsoft.com/office/drawing/2014/main" id="{E7E9BD92-2F31-46B3-921D-C94FFF435585}"/>
              </a:ext>
            </a:extLst>
          </p:cNvPr>
          <p:cNvSpPr>
            <a:spLocks noGrp="1"/>
          </p:cNvSpPr>
          <p:nvPr>
            <p:ph type="ftr" sz="quarter" idx="11"/>
          </p:nvPr>
        </p:nvSpPr>
        <p:spPr>
          <a:xfrm>
            <a:off x="4200861" y="6319838"/>
            <a:ext cx="3982781" cy="365125"/>
          </a:xfrm>
        </p:spPr>
        <p:txBody>
          <a:bodyPr rtlCol="0"/>
          <a:lstStyle/>
          <a:p>
            <a:pPr rtl="0"/>
            <a:r>
              <a:rPr lang="fr-FR"/>
              <a:t>TITRE DE LA PRÉSENTATION</a:t>
            </a:r>
          </a:p>
        </p:txBody>
      </p:sp>
      <p:sp>
        <p:nvSpPr>
          <p:cNvPr id="16" name="Espace réservé du numéro de diapositive 15">
            <a:extLst>
              <a:ext uri="{FF2B5EF4-FFF2-40B4-BE49-F238E27FC236}">
                <a16:creationId xmlns:a16="http://schemas.microsoft.com/office/drawing/2014/main" id="{6533EEB3-A562-4A55-A6CD-C406E09B2316}"/>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8</a:t>
            </a:fld>
            <a:endParaRPr lang="fr-FR"/>
          </a:p>
        </p:txBody>
      </p:sp>
    </p:spTree>
    <p:extLst>
      <p:ext uri="{BB962C8B-B14F-4D97-AF65-F5344CB8AC3E}">
        <p14:creationId xmlns:p14="http://schemas.microsoft.com/office/powerpoint/2010/main" val="40392462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9">
            <a:extLst>
              <a:ext uri="{FF2B5EF4-FFF2-40B4-BE49-F238E27FC236}">
                <a16:creationId xmlns:a16="http://schemas.microsoft.com/office/drawing/2014/main" id="{A759141C-1B55-4299-A850-4D8621A5EFD4}"/>
              </a:ext>
            </a:extLst>
          </p:cNvPr>
          <p:cNvSpPr>
            <a:spLocks noGrp="1"/>
          </p:cNvSpPr>
          <p:nvPr>
            <p:ph type="ctrTitle"/>
          </p:nvPr>
        </p:nvSpPr>
        <p:spPr>
          <a:xfrm>
            <a:off x="453142" y="725467"/>
            <a:ext cx="6028339" cy="1933899"/>
          </a:xfrm>
        </p:spPr>
        <p:txBody>
          <a:bodyPr rtlCol="0">
            <a:normAutofit/>
          </a:bodyPr>
          <a:lstStyle/>
          <a:p>
            <a:pPr rtl="0"/>
            <a:r>
              <a:rPr lang="fr-FR"/>
              <a:t>Résumé</a:t>
            </a:r>
          </a:p>
        </p:txBody>
      </p:sp>
      <p:sp>
        <p:nvSpPr>
          <p:cNvPr id="11" name="Sous-titre 10">
            <a:extLst>
              <a:ext uri="{FF2B5EF4-FFF2-40B4-BE49-F238E27FC236}">
                <a16:creationId xmlns:a16="http://schemas.microsoft.com/office/drawing/2014/main" id="{E8F7DCF9-2134-48C6-884C-E431D040E1E2}"/>
              </a:ext>
            </a:extLst>
          </p:cNvPr>
          <p:cNvSpPr>
            <a:spLocks noGrp="1"/>
          </p:cNvSpPr>
          <p:nvPr>
            <p:ph type="subTitle" idx="1"/>
          </p:nvPr>
        </p:nvSpPr>
        <p:spPr>
          <a:xfrm>
            <a:off x="453142" y="2887800"/>
            <a:ext cx="6028339" cy="2942987"/>
          </a:xfrm>
        </p:spPr>
        <p:txBody>
          <a:bodyPr rtlCol="0"/>
          <a:lstStyle/>
          <a:p>
            <a:pPr rtl="0"/>
            <a:r>
              <a:rPr lang="fr-FR"/>
              <a:t>Avec PowerPoint, vous pouvez créer des présentations, puis partager votre travail avec d’autres personnes, où qu’elles soient. Tapez ici le texte souhaité pour commencer. Vous pouvez également ajouter des images, des dessins et des vidéos sur ce modèle. Enregistrez sur OneDrive, puis accédez à vos présentations depuis votre ordinateur, depuis votre tablette ou depuis votre téléphone. </a:t>
            </a:r>
          </a:p>
        </p:txBody>
      </p:sp>
      <p:sp>
        <p:nvSpPr>
          <p:cNvPr id="15" name="Espace réservé de la date 14">
            <a:extLst>
              <a:ext uri="{FF2B5EF4-FFF2-40B4-BE49-F238E27FC236}">
                <a16:creationId xmlns:a16="http://schemas.microsoft.com/office/drawing/2014/main" id="{F0B1D64A-4BCA-40E9-8D9F-56E3FA5A734D}"/>
              </a:ext>
            </a:extLst>
          </p:cNvPr>
          <p:cNvSpPr>
            <a:spLocks noGrp="1"/>
          </p:cNvSpPr>
          <p:nvPr>
            <p:ph type="dt" sz="half" idx="10"/>
          </p:nvPr>
        </p:nvSpPr>
        <p:spPr>
          <a:xfrm>
            <a:off x="457200" y="6324600"/>
            <a:ext cx="2560220" cy="365125"/>
          </a:xfrm>
        </p:spPr>
        <p:txBody>
          <a:bodyPr rtlCol="0"/>
          <a:lstStyle/>
          <a:p>
            <a:pPr rtl="0"/>
            <a:r>
              <a:rPr lang="fr-FR"/>
              <a:t>02/02/20XX</a:t>
            </a:r>
          </a:p>
        </p:txBody>
      </p:sp>
      <p:pic>
        <p:nvPicPr>
          <p:cNvPr id="19" name="Espace réservé d’image 18" descr="100 % inscrit sur un tableau noir">
            <a:extLst>
              <a:ext uri="{FF2B5EF4-FFF2-40B4-BE49-F238E27FC236}">
                <a16:creationId xmlns:a16="http://schemas.microsoft.com/office/drawing/2014/main" id="{2F8DE87B-3DAA-4376-9698-D6A49CEC192A}"/>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a:stretch/>
        </p:blipFill>
        <p:spPr>
          <a:xfrm>
            <a:off x="7194414" y="0"/>
            <a:ext cx="4997586" cy="2282888"/>
          </a:xfrm>
        </p:spPr>
      </p:pic>
      <p:pic>
        <p:nvPicPr>
          <p:cNvPr id="24" name="Espace réservé d’image 23" descr="Personne avec un casque audio en train de regarder un ordinateur portable">
            <a:extLst>
              <a:ext uri="{FF2B5EF4-FFF2-40B4-BE49-F238E27FC236}">
                <a16:creationId xmlns:a16="http://schemas.microsoft.com/office/drawing/2014/main" id="{33B9FAC2-EF3F-4A62-83A4-1D6577462BAB}"/>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a:stretch/>
        </p:blipFill>
        <p:spPr>
          <a:xfrm>
            <a:off x="7191774" y="2286000"/>
            <a:ext cx="5000226" cy="2282888"/>
          </a:xfrm>
        </p:spPr>
      </p:pic>
      <p:pic>
        <p:nvPicPr>
          <p:cNvPr id="29" name="Espace réservé d’image 28" descr="Papier de test et crayon">
            <a:extLst>
              <a:ext uri="{FF2B5EF4-FFF2-40B4-BE49-F238E27FC236}">
                <a16:creationId xmlns:a16="http://schemas.microsoft.com/office/drawing/2014/main" id="{69FBC014-8006-4626-AC29-BDEECCFD69B9}"/>
              </a:ext>
            </a:extLst>
          </p:cNvPr>
          <p:cNvPicPr>
            <a:picLocks noGrp="1" noChangeAspect="1"/>
          </p:cNvPicPr>
          <p:nvPr>
            <p:ph type="pic" sz="quarter" idx="15"/>
          </p:nvPr>
        </p:nvPicPr>
        <p:blipFill rotWithShape="1">
          <a:blip r:embed="rId5" cstate="screen">
            <a:extLst>
              <a:ext uri="{28A0092B-C50C-407E-A947-70E740481C1C}">
                <a14:useLocalDpi xmlns:a14="http://schemas.microsoft.com/office/drawing/2010/main" val="0"/>
              </a:ext>
            </a:extLst>
          </a:blip>
          <a:srcRect/>
          <a:stretch/>
        </p:blipFill>
        <p:spPr>
          <a:xfrm>
            <a:off x="7190232" y="4572000"/>
            <a:ext cx="5001768" cy="2286000"/>
          </a:xfrm>
        </p:spPr>
      </p:pic>
      <p:sp>
        <p:nvSpPr>
          <p:cNvPr id="16" name="Espace réservé du pied de page 15">
            <a:extLst>
              <a:ext uri="{FF2B5EF4-FFF2-40B4-BE49-F238E27FC236}">
                <a16:creationId xmlns:a16="http://schemas.microsoft.com/office/drawing/2014/main" id="{C2433C4E-0FA1-443F-9A12-FB582996F849}"/>
              </a:ext>
            </a:extLst>
          </p:cNvPr>
          <p:cNvSpPr>
            <a:spLocks noGrp="1"/>
          </p:cNvSpPr>
          <p:nvPr>
            <p:ph type="ftr" sz="quarter" idx="11"/>
          </p:nvPr>
        </p:nvSpPr>
        <p:spPr>
          <a:xfrm>
            <a:off x="4200861" y="6319838"/>
            <a:ext cx="3982781" cy="365125"/>
          </a:xfrm>
        </p:spPr>
        <p:txBody>
          <a:bodyPr rtlCol="0"/>
          <a:lstStyle/>
          <a:p>
            <a:pPr rtl="0"/>
            <a:r>
              <a:rPr lang="fr-FR"/>
              <a:t>TITRE DE LA PRÉSENTATION</a:t>
            </a:r>
          </a:p>
        </p:txBody>
      </p:sp>
      <p:sp>
        <p:nvSpPr>
          <p:cNvPr id="17" name="Espace réservé du numéro de diapositive 16">
            <a:extLst>
              <a:ext uri="{FF2B5EF4-FFF2-40B4-BE49-F238E27FC236}">
                <a16:creationId xmlns:a16="http://schemas.microsoft.com/office/drawing/2014/main" id="{2721C696-EE3B-4915-93E1-66DF2BFAA704}"/>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9</a:t>
            </a:fld>
            <a:endParaRPr lang="fr-FR"/>
          </a:p>
        </p:txBody>
      </p:sp>
    </p:spTree>
    <p:extLst>
      <p:ext uri="{BB962C8B-B14F-4D97-AF65-F5344CB8AC3E}">
        <p14:creationId xmlns:p14="http://schemas.microsoft.com/office/powerpoint/2010/main" val="6385305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Titre 53">
            <a:extLst>
              <a:ext uri="{FF2B5EF4-FFF2-40B4-BE49-F238E27FC236}">
                <a16:creationId xmlns:a16="http://schemas.microsoft.com/office/drawing/2014/main" id="{DBE49DF2-C4C7-4EC0-BF95-00C033956ED5}"/>
              </a:ext>
            </a:extLst>
          </p:cNvPr>
          <p:cNvSpPr>
            <a:spLocks noGrp="1"/>
          </p:cNvSpPr>
          <p:nvPr>
            <p:ph type="title"/>
          </p:nvPr>
        </p:nvSpPr>
        <p:spPr>
          <a:xfrm>
            <a:off x="531405" y="1643117"/>
            <a:ext cx="5465225" cy="2637455"/>
          </a:xfrm>
        </p:spPr>
        <p:txBody>
          <a:bodyPr rtlCol="0"/>
          <a:lstStyle/>
          <a:p>
            <a:pPr rtl="0"/>
            <a:r>
              <a:rPr lang="fr-FR" dirty="0"/>
              <a:t>Merci de votre Attention</a:t>
            </a:r>
          </a:p>
        </p:txBody>
      </p:sp>
      <p:pic>
        <p:nvPicPr>
          <p:cNvPr id="11" name="Image 10">
            <a:extLst>
              <a:ext uri="{FF2B5EF4-FFF2-40B4-BE49-F238E27FC236}">
                <a16:creationId xmlns:a16="http://schemas.microsoft.com/office/drawing/2014/main" id="{C6CD20B5-B984-747C-4C89-72C2D1380677}"/>
              </a:ext>
            </a:extLst>
          </p:cNvPr>
          <p:cNvPicPr>
            <a:picLocks noChangeAspect="1"/>
          </p:cNvPicPr>
          <p:nvPr/>
        </p:nvPicPr>
        <p:blipFill>
          <a:blip r:embed="rId3"/>
          <a:stretch>
            <a:fillRect/>
          </a:stretch>
        </p:blipFill>
        <p:spPr>
          <a:xfrm>
            <a:off x="5204315" y="72485"/>
            <a:ext cx="6713029" cy="6713029"/>
          </a:xfrm>
          <a:prstGeom prst="rect">
            <a:avLst/>
          </a:prstGeom>
        </p:spPr>
      </p:pic>
    </p:spTree>
    <p:extLst>
      <p:ext uri="{BB962C8B-B14F-4D97-AF65-F5344CB8AC3E}">
        <p14:creationId xmlns:p14="http://schemas.microsoft.com/office/powerpoint/2010/main" val="1833651384"/>
      </p:ext>
    </p:extLst>
  </p:cSld>
  <p:clrMapOvr>
    <a:masterClrMapping/>
  </p:clrMapOvr>
</p:sld>
</file>

<file path=ppt/theme/theme1.xml><?xml version="1.0" encoding="utf-8"?>
<a:theme xmlns:a="http://schemas.openxmlformats.org/drawingml/2006/main" name="SineVTI">
  <a:themeElements>
    <a:clrScheme name="Custom 51">
      <a:dk1>
        <a:sysClr val="windowText" lastClr="000000"/>
      </a:dk1>
      <a:lt1>
        <a:sysClr val="window" lastClr="FFFFFF"/>
      </a:lt1>
      <a:dk2>
        <a:srgbClr val="12154E"/>
      </a:dk2>
      <a:lt2>
        <a:srgbClr val="EEEEEE"/>
      </a:lt2>
      <a:accent1>
        <a:srgbClr val="FD8686"/>
      </a:accent1>
      <a:accent2>
        <a:srgbClr val="B495C2"/>
      </a:accent2>
      <a:accent3>
        <a:srgbClr val="8F99BB"/>
      </a:accent3>
      <a:accent4>
        <a:srgbClr val="A3A3C1"/>
      </a:accent4>
      <a:accent5>
        <a:srgbClr val="7162FE"/>
      </a:accent5>
      <a:accent6>
        <a:srgbClr val="1EBE9B"/>
      </a:accent6>
      <a:hlink>
        <a:srgbClr val="EF08F7"/>
      </a:hlink>
      <a:folHlink>
        <a:srgbClr val="8477FE"/>
      </a:folHlink>
    </a:clrScheme>
    <a:fontScheme name="Custom 49">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1607737_TF33780407_Win32" id="{85253E80-84CE-4C54-917A-6E1271973E9A}" vid="{4DF558F5-B1D2-4B74-9BF1-CF18A387C221}"/>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8316A4-DB9D-4B40-83D1-0433996D54B0}">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F49FD94B-CF2B-4485-954E-6805E96E51FA}">
  <ds:schemaRefs>
    <ds:schemaRef ds:uri="http://schemas.microsoft.com/sharepoint/v3/contenttype/forms"/>
  </ds:schemaRefs>
</ds:datastoreItem>
</file>

<file path=customXml/itemProps3.xml><?xml version="1.0" encoding="utf-8"?>
<ds:datastoreItem xmlns:ds="http://schemas.openxmlformats.org/officeDocument/2006/customXml" ds:itemID="{1E5C9C91-7BEA-497B-8B74-808BB086450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Conception à thème scientifique</Template>
  <TotalTime>843</TotalTime>
  <Words>641</Words>
  <Application>Microsoft Office PowerPoint</Application>
  <PresentationFormat>Grand écran</PresentationFormat>
  <Paragraphs>85</Paragraphs>
  <Slides>10</Slides>
  <Notes>8</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10</vt:i4>
      </vt:variant>
    </vt:vector>
  </HeadingPairs>
  <TitlesOfParts>
    <vt:vector size="14" baseType="lpstr">
      <vt:lpstr>Arial</vt:lpstr>
      <vt:lpstr>Calibri</vt:lpstr>
      <vt:lpstr>Posterama</vt:lpstr>
      <vt:lpstr>SineVTI</vt:lpstr>
      <vt:lpstr>Stage M2 en Entreprise </vt:lpstr>
      <vt:lpstr>Sommaire</vt:lpstr>
      <vt:lpstr>Remerciement</vt:lpstr>
      <vt:lpstr> </vt:lpstr>
      <vt:lpstr> </vt:lpstr>
      <vt:lpstr>Chronologie</vt:lpstr>
      <vt:lpstr>Contenu</vt:lpstr>
      <vt:lpstr>Contenu </vt:lpstr>
      <vt:lpstr>Résumé</vt:lpstr>
      <vt:lpstr>Merci de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REMI SOITEL</dc:creator>
  <cp:lastModifiedBy>REMI SOITEL</cp:lastModifiedBy>
  <cp:revision>15</cp:revision>
  <dcterms:created xsi:type="dcterms:W3CDTF">2026-05-19T07:33:54Z</dcterms:created>
  <dcterms:modified xsi:type="dcterms:W3CDTF">2026-05-26T07:42:42Z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